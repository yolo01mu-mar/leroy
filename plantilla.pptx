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"/>
  </p:notesMasterIdLst>
  <p:sldIdLst>
    <p:sldId id="257" r:id="rId2"/>
    <p:sldId id="258" r:id="rId3"/>
  </p:sldIdLst>
  <p:sldSz cx="1944688" cy="3095625"/>
  <p:notesSz cx="1493838" cy="266382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04135A-749E-42C9-8568-78993D8010CD}" v="1" dt="2024-10-08T17:24:51.5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3" autoAdjust="0"/>
    <p:restoredTop sz="94660"/>
  </p:normalViewPr>
  <p:slideViewPr>
    <p:cSldViewPr snapToGrid="0">
      <p:cViewPr varScale="1">
        <p:scale>
          <a:sx n="147" d="100"/>
          <a:sy n="147" d="100"/>
        </p:scale>
        <p:origin x="27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idy Franco" userId="b6780863-cd17-4689-a1fd-e0669fcf8335" providerId="ADAL" clId="{72792100-9B1C-4F25-B6CE-23B17551F609}"/>
    <pc:docChg chg="undo custSel addSld delSld modSld modMainMaster modNotesMaster">
      <pc:chgData name="Leidy Franco" userId="b6780863-cd17-4689-a1fd-e0669fcf8335" providerId="ADAL" clId="{72792100-9B1C-4F25-B6CE-23B17551F609}" dt="2024-05-21T22:16:49.791" v="12526" actId="20577"/>
      <pc:docMkLst>
        <pc:docMk/>
      </pc:docMkLst>
      <pc:sldChg chg="addSp delSp modSp add del mod">
        <pc:chgData name="Leidy Franco" userId="b6780863-cd17-4689-a1fd-e0669fcf8335" providerId="ADAL" clId="{72792100-9B1C-4F25-B6CE-23B17551F609}" dt="2024-05-21T22:16:14.290" v="12510" actId="20577"/>
        <pc:sldMkLst>
          <pc:docMk/>
          <pc:sldMk cId="2792624482" sldId="257"/>
        </pc:sldMkLst>
        <pc:spChg chg="mod">
          <ac:chgData name="Leidy Franco" userId="b6780863-cd17-4689-a1fd-e0669fcf8335" providerId="ADAL" clId="{72792100-9B1C-4F25-B6CE-23B17551F609}" dt="2024-05-21T22:15:33.414" v="12462" actId="20577"/>
          <ac:spMkLst>
            <pc:docMk/>
            <pc:sldMk cId="2792624482" sldId="257"/>
            <ac:spMk id="3" creationId="{ECE5133E-8B39-F8AE-EF43-85DEE07B16E5}"/>
          </ac:spMkLst>
        </pc:spChg>
        <pc:spChg chg="mod">
          <ac:chgData name="Leidy Franco" userId="b6780863-cd17-4689-a1fd-e0669fcf8335" providerId="ADAL" clId="{72792100-9B1C-4F25-B6CE-23B17551F609}" dt="2024-05-21T22:15:46.423" v="12486" actId="20577"/>
          <ac:spMkLst>
            <pc:docMk/>
            <pc:sldMk cId="2792624482" sldId="257"/>
            <ac:spMk id="5" creationId="{33C551E2-2276-6711-BF65-5F1DB3959335}"/>
          </ac:spMkLst>
        </pc:spChg>
        <pc:spChg chg="mod">
          <ac:chgData name="Leidy Franco" userId="b6780863-cd17-4689-a1fd-e0669fcf8335" providerId="ADAL" clId="{72792100-9B1C-4F25-B6CE-23B17551F609}" dt="2024-05-21T22:16:14.290" v="12510" actId="20577"/>
          <ac:spMkLst>
            <pc:docMk/>
            <pc:sldMk cId="2792624482" sldId="257"/>
            <ac:spMk id="7" creationId="{3A309AF0-39A0-F97C-C893-695F9511B636}"/>
          </ac:spMkLst>
        </pc:spChg>
        <pc:picChg chg="add mod modCrop">
          <ac:chgData name="Leidy Franco" userId="b6780863-cd17-4689-a1fd-e0669fcf8335" providerId="ADAL" clId="{72792100-9B1C-4F25-B6CE-23B17551F609}" dt="2024-05-21T22:14:45.434" v="12449"/>
          <ac:picMkLst>
            <pc:docMk/>
            <pc:sldMk cId="2792624482" sldId="257"/>
            <ac:picMk id="2" creationId="{16BDA644-4308-72A9-D691-4B785EC9F33E}"/>
          </ac:picMkLst>
        </pc:picChg>
        <pc:picChg chg="add del mod">
          <ac:chgData name="Leidy Franco" userId="b6780863-cd17-4689-a1fd-e0669fcf8335" providerId="ADAL" clId="{72792100-9B1C-4F25-B6CE-23B17551F609}" dt="2023-09-25T23:11:30.877" v="191" actId="478"/>
          <ac:picMkLst>
            <pc:docMk/>
            <pc:sldMk cId="2792624482" sldId="257"/>
            <ac:picMk id="2" creationId="{6D8EBFE8-5DB4-5D7B-D3AA-A008CBFFEEDC}"/>
          </ac:picMkLst>
        </pc:picChg>
        <pc:picChg chg="add del mod modCrop">
          <ac:chgData name="Leidy Franco" userId="b6780863-cd17-4689-a1fd-e0669fcf8335" providerId="ADAL" clId="{72792100-9B1C-4F25-B6CE-23B17551F609}" dt="2023-10-06T14:48:32.775" v="2682" actId="478"/>
          <ac:picMkLst>
            <pc:docMk/>
            <pc:sldMk cId="2792624482" sldId="257"/>
            <ac:picMk id="4" creationId="{02F752B9-0D40-1979-AFC7-60C4D734C2B4}"/>
          </ac:picMkLst>
        </pc:picChg>
        <pc:picChg chg="add del mod modCrop">
          <ac:chgData name="Leidy Franco" userId="b6780863-cd17-4689-a1fd-e0669fcf8335" providerId="ADAL" clId="{72792100-9B1C-4F25-B6CE-23B17551F609}" dt="2024-05-21T16:51:59.015" v="12109" actId="478"/>
          <ac:picMkLst>
            <pc:docMk/>
            <pc:sldMk cId="2792624482" sldId="257"/>
            <ac:picMk id="4" creationId="{07807AE9-28C1-10E0-E4DC-816C2BFD9BB3}"/>
          </ac:picMkLst>
        </pc:picChg>
        <pc:picChg chg="add del mod modCrop">
          <ac:chgData name="Leidy Franco" userId="b6780863-cd17-4689-a1fd-e0669fcf8335" providerId="ADAL" clId="{72792100-9B1C-4F25-B6CE-23B17551F609}" dt="2024-02-20T16:03:25.593" v="7024" actId="478"/>
          <ac:picMkLst>
            <pc:docMk/>
            <pc:sldMk cId="2792624482" sldId="257"/>
            <ac:picMk id="4" creationId="{2378AA1B-5145-01DE-87A0-FCEE341CD028}"/>
          </ac:picMkLst>
        </pc:picChg>
        <pc:picChg chg="add del mod modCrop">
          <ac:chgData name="Leidy Franco" userId="b6780863-cd17-4689-a1fd-e0669fcf8335" providerId="ADAL" clId="{72792100-9B1C-4F25-B6CE-23B17551F609}" dt="2023-11-10T15:52:11.611" v="4199" actId="478"/>
          <ac:picMkLst>
            <pc:docMk/>
            <pc:sldMk cId="2792624482" sldId="257"/>
            <ac:picMk id="4" creationId="{2EC1A5B6-F010-80B6-A831-B6FC282C30AD}"/>
          </ac:picMkLst>
        </pc:picChg>
        <pc:picChg chg="add del mod modCrop">
          <ac:chgData name="Leidy Franco" userId="b6780863-cd17-4689-a1fd-e0669fcf8335" providerId="ADAL" clId="{72792100-9B1C-4F25-B6CE-23B17551F609}" dt="2023-10-03T14:39:16.123" v="2492" actId="478"/>
          <ac:picMkLst>
            <pc:docMk/>
            <pc:sldMk cId="2792624482" sldId="257"/>
            <ac:picMk id="4" creationId="{2F5545B7-7647-5B43-75A1-8BCD6C3190DB}"/>
          </ac:picMkLst>
        </pc:picChg>
        <pc:picChg chg="add del mod modCrop">
          <ac:chgData name="Leidy Franco" userId="b6780863-cd17-4689-a1fd-e0669fcf8335" providerId="ADAL" clId="{72792100-9B1C-4F25-B6CE-23B17551F609}" dt="2024-03-05T15:35:12.111" v="7528" actId="478"/>
          <ac:picMkLst>
            <pc:docMk/>
            <pc:sldMk cId="2792624482" sldId="257"/>
            <ac:picMk id="4" creationId="{30153438-4C36-A4B8-D3B0-081DB6FCF5A0}"/>
          </ac:picMkLst>
        </pc:picChg>
        <pc:picChg chg="add del mod modCrop">
          <ac:chgData name="Leidy Franco" userId="b6780863-cd17-4689-a1fd-e0669fcf8335" providerId="ADAL" clId="{72792100-9B1C-4F25-B6CE-23B17551F609}" dt="2023-12-27T17:13:46.307" v="6025" actId="478"/>
          <ac:picMkLst>
            <pc:docMk/>
            <pc:sldMk cId="2792624482" sldId="257"/>
            <ac:picMk id="4" creationId="{30DFAF4E-7451-F8AA-4B1A-DB6DD2D78C54}"/>
          </ac:picMkLst>
        </pc:picChg>
        <pc:picChg chg="add del mod modCrop">
          <ac:chgData name="Leidy Franco" userId="b6780863-cd17-4689-a1fd-e0669fcf8335" providerId="ADAL" clId="{72792100-9B1C-4F25-B6CE-23B17551F609}" dt="2023-11-14T18:16:24.954" v="4379" actId="478"/>
          <ac:picMkLst>
            <pc:docMk/>
            <pc:sldMk cId="2792624482" sldId="257"/>
            <ac:picMk id="4" creationId="{3187263B-E1ED-06DA-0047-576F1C809719}"/>
          </ac:picMkLst>
        </pc:picChg>
        <pc:picChg chg="add del mod modCrop">
          <ac:chgData name="Leidy Franco" userId="b6780863-cd17-4689-a1fd-e0669fcf8335" providerId="ADAL" clId="{72792100-9B1C-4F25-B6CE-23B17551F609}" dt="2023-11-02T21:36:39.425" v="3543" actId="478"/>
          <ac:picMkLst>
            <pc:docMk/>
            <pc:sldMk cId="2792624482" sldId="257"/>
            <ac:picMk id="4" creationId="{322EE711-DB41-BDF1-3DAE-4E1C85F9E4D0}"/>
          </ac:picMkLst>
        </pc:picChg>
        <pc:picChg chg="add del mod modCrop">
          <ac:chgData name="Leidy Franco" userId="b6780863-cd17-4689-a1fd-e0669fcf8335" providerId="ADAL" clId="{72792100-9B1C-4F25-B6CE-23B17551F609}" dt="2024-03-26T19:34:52.242" v="8419" actId="478"/>
          <ac:picMkLst>
            <pc:docMk/>
            <pc:sldMk cId="2792624482" sldId="257"/>
            <ac:picMk id="4" creationId="{32ACE21D-01CF-B04B-EA03-3EA8B1845F15}"/>
          </ac:picMkLst>
        </pc:picChg>
        <pc:picChg chg="add del mod modCrop">
          <ac:chgData name="Leidy Franco" userId="b6780863-cd17-4689-a1fd-e0669fcf8335" providerId="ADAL" clId="{72792100-9B1C-4F25-B6CE-23B17551F609}" dt="2024-03-11T17:38:17.335" v="7787" actId="478"/>
          <ac:picMkLst>
            <pc:docMk/>
            <pc:sldMk cId="2792624482" sldId="257"/>
            <ac:picMk id="4" creationId="{3B301ACC-B3AC-E176-4923-BFD760253D7C}"/>
          </ac:picMkLst>
        </pc:picChg>
        <pc:picChg chg="add del mod modCrop">
          <ac:chgData name="Leidy Franco" userId="b6780863-cd17-4689-a1fd-e0669fcf8335" providerId="ADAL" clId="{72792100-9B1C-4F25-B6CE-23B17551F609}" dt="2024-04-03T15:32:15.446" v="9217" actId="478"/>
          <ac:picMkLst>
            <pc:docMk/>
            <pc:sldMk cId="2792624482" sldId="257"/>
            <ac:picMk id="4" creationId="{475E77CE-E3C8-978D-A02D-D70E6078B9D0}"/>
          </ac:picMkLst>
        </pc:picChg>
        <pc:picChg chg="add del mod modCrop">
          <ac:chgData name="Leidy Franco" userId="b6780863-cd17-4689-a1fd-e0669fcf8335" providerId="ADAL" clId="{72792100-9B1C-4F25-B6CE-23B17551F609}" dt="2024-05-13T22:00:40.061" v="10979" actId="478"/>
          <ac:picMkLst>
            <pc:docMk/>
            <pc:sldMk cId="2792624482" sldId="257"/>
            <ac:picMk id="4" creationId="{4C8FD385-F298-903A-D99D-A6856E28D1C6}"/>
          </ac:picMkLst>
        </pc:picChg>
        <pc:picChg chg="add del mod modCrop">
          <ac:chgData name="Leidy Franco" userId="b6780863-cd17-4689-a1fd-e0669fcf8335" providerId="ADAL" clId="{72792100-9B1C-4F25-B6CE-23B17551F609}" dt="2024-05-14T15:21:00.227" v="11138" actId="478"/>
          <ac:picMkLst>
            <pc:docMk/>
            <pc:sldMk cId="2792624482" sldId="257"/>
            <ac:picMk id="4" creationId="{4D0C836C-164E-A8A4-AFE3-8F00BB6C9519}"/>
          </ac:picMkLst>
        </pc:picChg>
        <pc:picChg chg="add del mod modCrop">
          <ac:chgData name="Leidy Franco" userId="b6780863-cd17-4689-a1fd-e0669fcf8335" providerId="ADAL" clId="{72792100-9B1C-4F25-B6CE-23B17551F609}" dt="2023-11-22T23:04:26.205" v="4558" actId="478"/>
          <ac:picMkLst>
            <pc:docMk/>
            <pc:sldMk cId="2792624482" sldId="257"/>
            <ac:picMk id="4" creationId="{503AF994-6458-E248-DFA7-E15438794893}"/>
          </ac:picMkLst>
        </pc:picChg>
        <pc:picChg chg="add del mod modCrop">
          <ac:chgData name="Leidy Franco" userId="b6780863-cd17-4689-a1fd-e0669fcf8335" providerId="ADAL" clId="{72792100-9B1C-4F25-B6CE-23B17551F609}" dt="2024-05-17T17:03:19.102" v="11647" actId="478"/>
          <ac:picMkLst>
            <pc:docMk/>
            <pc:sldMk cId="2792624482" sldId="257"/>
            <ac:picMk id="4" creationId="{589C00AD-E242-0827-CF74-24763780252C}"/>
          </ac:picMkLst>
        </pc:picChg>
        <pc:picChg chg="add del mod modCrop">
          <ac:chgData name="Leidy Franco" userId="b6780863-cd17-4689-a1fd-e0669fcf8335" providerId="ADAL" clId="{72792100-9B1C-4F25-B6CE-23B17551F609}" dt="2024-04-18T17:31:04.461" v="9810" actId="478"/>
          <ac:picMkLst>
            <pc:docMk/>
            <pc:sldMk cId="2792624482" sldId="257"/>
            <ac:picMk id="4" creationId="{5E8A65C4-0997-8678-31A6-63D2620E92C2}"/>
          </ac:picMkLst>
        </pc:picChg>
        <pc:picChg chg="add del mod modCrop">
          <ac:chgData name="Leidy Franco" userId="b6780863-cd17-4689-a1fd-e0669fcf8335" providerId="ADAL" clId="{72792100-9B1C-4F25-B6CE-23B17551F609}" dt="2023-09-26T18:47:06.170" v="555" actId="478"/>
          <ac:picMkLst>
            <pc:docMk/>
            <pc:sldMk cId="2792624482" sldId="257"/>
            <ac:picMk id="4" creationId="{6A7069CD-53B8-27FC-4DAC-17C3B72BB924}"/>
          </ac:picMkLst>
        </pc:picChg>
        <pc:picChg chg="add del mod modCrop">
          <ac:chgData name="Leidy Franco" userId="b6780863-cd17-4689-a1fd-e0669fcf8335" providerId="ADAL" clId="{72792100-9B1C-4F25-B6CE-23B17551F609}" dt="2024-05-17T16:46:17.742" v="11437" actId="478"/>
          <ac:picMkLst>
            <pc:docMk/>
            <pc:sldMk cId="2792624482" sldId="257"/>
            <ac:picMk id="4" creationId="{6C8B8A21-0351-2F75-4D72-6B8116115F4D}"/>
          </ac:picMkLst>
        </pc:picChg>
        <pc:picChg chg="add del mod modCrop">
          <ac:chgData name="Leidy Franco" userId="b6780863-cd17-4689-a1fd-e0669fcf8335" providerId="ADAL" clId="{72792100-9B1C-4F25-B6CE-23B17551F609}" dt="2024-04-02T19:08:31.231" v="8804" actId="478"/>
          <ac:picMkLst>
            <pc:docMk/>
            <pc:sldMk cId="2792624482" sldId="257"/>
            <ac:picMk id="4" creationId="{7021C740-9EB3-6E46-BDE9-ED8971B76794}"/>
          </ac:picMkLst>
        </pc:picChg>
        <pc:picChg chg="add del mod modCrop">
          <ac:chgData name="Leidy Franco" userId="b6780863-cd17-4689-a1fd-e0669fcf8335" providerId="ADAL" clId="{72792100-9B1C-4F25-B6CE-23B17551F609}" dt="2023-12-12T16:49:13.465" v="5858" actId="478"/>
          <ac:picMkLst>
            <pc:docMk/>
            <pc:sldMk cId="2792624482" sldId="257"/>
            <ac:picMk id="4" creationId="{89129D0F-3D6E-D6FB-B87D-901F5BE8CFB2}"/>
          </ac:picMkLst>
        </pc:picChg>
        <pc:picChg chg="add del mod modCrop">
          <ac:chgData name="Leidy Franco" userId="b6780863-cd17-4689-a1fd-e0669fcf8335" providerId="ADAL" clId="{72792100-9B1C-4F25-B6CE-23B17551F609}" dt="2023-11-17T16:16:43.102" v="4494" actId="478"/>
          <ac:picMkLst>
            <pc:docMk/>
            <pc:sldMk cId="2792624482" sldId="257"/>
            <ac:picMk id="4" creationId="{8DCD7928-1E2B-A793-AB29-3E2ABCC387D1}"/>
          </ac:picMkLst>
        </pc:picChg>
        <pc:picChg chg="add del mod modCrop">
          <ac:chgData name="Leidy Franco" userId="b6780863-cd17-4689-a1fd-e0669fcf8335" providerId="ADAL" clId="{72792100-9B1C-4F25-B6CE-23B17551F609}" dt="2024-05-08T16:45:34.732" v="10603" actId="478"/>
          <ac:picMkLst>
            <pc:docMk/>
            <pc:sldMk cId="2792624482" sldId="257"/>
            <ac:picMk id="4" creationId="{8F45BF2C-763B-0883-0E4D-A26356198788}"/>
          </ac:picMkLst>
        </pc:picChg>
        <pc:picChg chg="add del mod modCrop">
          <ac:chgData name="Leidy Franco" userId="b6780863-cd17-4689-a1fd-e0669fcf8335" providerId="ADAL" clId="{72792100-9B1C-4F25-B6CE-23B17551F609}" dt="2023-12-01T16:00:34.083" v="5097" actId="478"/>
          <ac:picMkLst>
            <pc:docMk/>
            <pc:sldMk cId="2792624482" sldId="257"/>
            <ac:picMk id="4" creationId="{92CAA31D-BEE6-C7D7-3B4F-FB0159CB6F6B}"/>
          </ac:picMkLst>
        </pc:picChg>
        <pc:picChg chg="add del mod modCrop">
          <ac:chgData name="Leidy Franco" userId="b6780863-cd17-4689-a1fd-e0669fcf8335" providerId="ADAL" clId="{72792100-9B1C-4F25-B6CE-23B17551F609}" dt="2024-01-10T14:37:51.481" v="6284" actId="478"/>
          <ac:picMkLst>
            <pc:docMk/>
            <pc:sldMk cId="2792624482" sldId="257"/>
            <ac:picMk id="4" creationId="{97BF53E9-38CE-91B5-71AD-05A9111FD2D0}"/>
          </ac:picMkLst>
        </pc:picChg>
        <pc:picChg chg="add del mod modCrop">
          <ac:chgData name="Leidy Franco" userId="b6780863-cd17-4689-a1fd-e0669fcf8335" providerId="ADAL" clId="{72792100-9B1C-4F25-B6CE-23B17551F609}" dt="2024-02-15T16:01:57.264" v="6904" actId="478"/>
          <ac:picMkLst>
            <pc:docMk/>
            <pc:sldMk cId="2792624482" sldId="257"/>
            <ac:picMk id="4" creationId="{98C19C62-2C27-1E6D-12EB-E531B64FDB91}"/>
          </ac:picMkLst>
        </pc:picChg>
        <pc:picChg chg="add del mod modCrop">
          <ac:chgData name="Leidy Franco" userId="b6780863-cd17-4689-a1fd-e0669fcf8335" providerId="ADAL" clId="{72792100-9B1C-4F25-B6CE-23B17551F609}" dt="2024-05-03T19:51:41.875" v="10318" actId="478"/>
          <ac:picMkLst>
            <pc:docMk/>
            <pc:sldMk cId="2792624482" sldId="257"/>
            <ac:picMk id="4" creationId="{9E184D97-636B-8D45-9B1E-5A0F438FAD45}"/>
          </ac:picMkLst>
        </pc:picChg>
        <pc:picChg chg="add del mod modCrop">
          <ac:chgData name="Leidy Franco" userId="b6780863-cd17-4689-a1fd-e0669fcf8335" providerId="ADAL" clId="{72792100-9B1C-4F25-B6CE-23B17551F609}" dt="2023-10-20T15:39:26.441" v="3011" actId="478"/>
          <ac:picMkLst>
            <pc:docMk/>
            <pc:sldMk cId="2792624482" sldId="257"/>
            <ac:picMk id="4" creationId="{9F4279A1-403F-5ED7-2848-F0140B0DBE24}"/>
          </ac:picMkLst>
        </pc:picChg>
        <pc:picChg chg="add del mod modCrop">
          <ac:chgData name="Leidy Franco" userId="b6780863-cd17-4689-a1fd-e0669fcf8335" providerId="ADAL" clId="{72792100-9B1C-4F25-B6CE-23B17551F609}" dt="2024-05-20T23:05:32.066" v="11949" actId="478"/>
          <ac:picMkLst>
            <pc:docMk/>
            <pc:sldMk cId="2792624482" sldId="257"/>
            <ac:picMk id="4" creationId="{A488383E-9964-F332-14FF-C26EC2CEAE14}"/>
          </ac:picMkLst>
        </pc:picChg>
        <pc:picChg chg="add del mod modCrop">
          <ac:chgData name="Leidy Franco" userId="b6780863-cd17-4689-a1fd-e0669fcf8335" providerId="ADAL" clId="{72792100-9B1C-4F25-B6CE-23B17551F609}" dt="2023-11-07T18:58:04.994" v="3725" actId="478"/>
          <ac:picMkLst>
            <pc:docMk/>
            <pc:sldMk cId="2792624482" sldId="257"/>
            <ac:picMk id="4" creationId="{BB029019-605D-D3D0-7118-B247247028EB}"/>
          </ac:picMkLst>
        </pc:picChg>
        <pc:picChg chg="add del mod modCrop">
          <ac:chgData name="Leidy Franco" userId="b6780863-cd17-4689-a1fd-e0669fcf8335" providerId="ADAL" clId="{72792100-9B1C-4F25-B6CE-23B17551F609}" dt="2024-03-11T18:53:25.231" v="8241" actId="478"/>
          <ac:picMkLst>
            <pc:docMk/>
            <pc:sldMk cId="2792624482" sldId="257"/>
            <ac:picMk id="4" creationId="{BD59DA24-7571-9AA3-C54A-BACB1F477E6B}"/>
          </ac:picMkLst>
        </pc:picChg>
        <pc:picChg chg="add del mod modCrop">
          <ac:chgData name="Leidy Franco" userId="b6780863-cd17-4689-a1fd-e0669fcf8335" providerId="ADAL" clId="{72792100-9B1C-4F25-B6CE-23B17551F609}" dt="2023-12-08T16:20:18.760" v="5510" actId="478"/>
          <ac:picMkLst>
            <pc:docMk/>
            <pc:sldMk cId="2792624482" sldId="257"/>
            <ac:picMk id="4" creationId="{BF0A5FDF-451E-C021-DE98-852A5918584A}"/>
          </ac:picMkLst>
        </pc:picChg>
        <pc:picChg chg="add del mod modCrop">
          <ac:chgData name="Leidy Franco" userId="b6780863-cd17-4689-a1fd-e0669fcf8335" providerId="ADAL" clId="{72792100-9B1C-4F25-B6CE-23B17551F609}" dt="2024-04-16T16:38:28.695" v="9604" actId="478"/>
          <ac:picMkLst>
            <pc:docMk/>
            <pc:sldMk cId="2792624482" sldId="257"/>
            <ac:picMk id="4" creationId="{C1995C6F-E196-0701-E101-6050A9067407}"/>
          </ac:picMkLst>
        </pc:picChg>
        <pc:picChg chg="add del mod modCrop">
          <ac:chgData name="Leidy Franco" userId="b6780863-cd17-4689-a1fd-e0669fcf8335" providerId="ADAL" clId="{72792100-9B1C-4F25-B6CE-23B17551F609}" dt="2024-05-03T15:07:21.593" v="10164" actId="478"/>
          <ac:picMkLst>
            <pc:docMk/>
            <pc:sldMk cId="2792624482" sldId="257"/>
            <ac:picMk id="4" creationId="{C797F395-4039-572A-3EDC-960311C658B5}"/>
          </ac:picMkLst>
        </pc:picChg>
        <pc:picChg chg="add del mod modCrop">
          <ac:chgData name="Leidy Franco" userId="b6780863-cd17-4689-a1fd-e0669fcf8335" providerId="ADAL" clId="{72792100-9B1C-4F25-B6CE-23B17551F609}" dt="2023-12-05T18:22:56.342" v="5396" actId="478"/>
          <ac:picMkLst>
            <pc:docMk/>
            <pc:sldMk cId="2792624482" sldId="257"/>
            <ac:picMk id="4" creationId="{CB260B76-FB14-2DE6-2408-E9034B6BA467}"/>
          </ac:picMkLst>
        </pc:picChg>
        <pc:picChg chg="add del mod modCrop">
          <ac:chgData name="Leidy Franco" userId="b6780863-cd17-4689-a1fd-e0669fcf8335" providerId="ADAL" clId="{72792100-9B1C-4F25-B6CE-23B17551F609}" dt="2024-04-26T19:05:47.455" v="10007" actId="478"/>
          <ac:picMkLst>
            <pc:docMk/>
            <pc:sldMk cId="2792624482" sldId="257"/>
            <ac:picMk id="4" creationId="{CC87FFA9-A4FA-49AC-7596-AB5ADC8ABAAC}"/>
          </ac:picMkLst>
        </pc:picChg>
        <pc:picChg chg="add del mod modCrop">
          <ac:chgData name="Leidy Franco" userId="b6780863-cd17-4689-a1fd-e0669fcf8335" providerId="ADAL" clId="{72792100-9B1C-4F25-B6CE-23B17551F609}" dt="2023-11-28T17:51:24.963" v="4942" actId="478"/>
          <ac:picMkLst>
            <pc:docMk/>
            <pc:sldMk cId="2792624482" sldId="257"/>
            <ac:picMk id="4" creationId="{CE63ACF4-3409-F7AD-085A-6A1EE3487632}"/>
          </ac:picMkLst>
        </pc:picChg>
        <pc:picChg chg="add del mod modCrop">
          <ac:chgData name="Leidy Franco" userId="b6780863-cd17-4689-a1fd-e0669fcf8335" providerId="ADAL" clId="{72792100-9B1C-4F25-B6CE-23B17551F609}" dt="2023-11-09T15:29:03.023" v="4017" actId="478"/>
          <ac:picMkLst>
            <pc:docMk/>
            <pc:sldMk cId="2792624482" sldId="257"/>
            <ac:picMk id="4" creationId="{D1F111B7-21F2-F8FB-1927-92DF114AA264}"/>
          </ac:picMkLst>
        </pc:picChg>
        <pc:picChg chg="add del mod modCrop">
          <ac:chgData name="Leidy Franco" userId="b6780863-cd17-4689-a1fd-e0669fcf8335" providerId="ADAL" clId="{72792100-9B1C-4F25-B6CE-23B17551F609}" dt="2024-04-12T17:14:33.937" v="9509" actId="478"/>
          <ac:picMkLst>
            <pc:docMk/>
            <pc:sldMk cId="2792624482" sldId="257"/>
            <ac:picMk id="4" creationId="{E0EDA1E8-314B-946E-860F-E0C6579624DE}"/>
          </ac:picMkLst>
        </pc:picChg>
        <pc:picChg chg="add del mod modCrop">
          <ac:chgData name="Leidy Franco" userId="b6780863-cd17-4689-a1fd-e0669fcf8335" providerId="ADAL" clId="{72792100-9B1C-4F25-B6CE-23B17551F609}" dt="2024-02-09T18:27:11.481" v="6459" actId="478"/>
          <ac:picMkLst>
            <pc:docMk/>
            <pc:sldMk cId="2792624482" sldId="257"/>
            <ac:picMk id="4" creationId="{E2811684-B30E-8660-80E2-A2D09C10C3CE}"/>
          </ac:picMkLst>
        </pc:picChg>
        <pc:picChg chg="add del mod modCrop">
          <ac:chgData name="Leidy Franco" userId="b6780863-cd17-4689-a1fd-e0669fcf8335" providerId="ADAL" clId="{72792100-9B1C-4F25-B6CE-23B17551F609}" dt="2024-02-27T15:51:55.025" v="7216" actId="478"/>
          <ac:picMkLst>
            <pc:docMk/>
            <pc:sldMk cId="2792624482" sldId="257"/>
            <ac:picMk id="4" creationId="{EA6D6FD1-CE73-60E8-3210-9C06FB5C1D83}"/>
          </ac:picMkLst>
        </pc:picChg>
        <pc:picChg chg="add del mod modCrop">
          <ac:chgData name="Leidy Franco" userId="b6780863-cd17-4689-a1fd-e0669fcf8335" providerId="ADAL" clId="{72792100-9B1C-4F25-B6CE-23B17551F609}" dt="2024-04-05T16:18:20.777" v="9374" actId="478"/>
          <ac:picMkLst>
            <pc:docMk/>
            <pc:sldMk cId="2792624482" sldId="257"/>
            <ac:picMk id="4" creationId="{FF23B69E-541D-C3F2-F0C4-25FC2AC5D945}"/>
          </ac:picMkLst>
        </pc:picChg>
        <pc:picChg chg="add del mod modCrop">
          <ac:chgData name="Leidy Franco" userId="b6780863-cd17-4689-a1fd-e0669fcf8335" providerId="ADAL" clId="{72792100-9B1C-4F25-B6CE-23B17551F609}" dt="2024-02-09T18:33:01.864" v="6539" actId="478"/>
          <ac:picMkLst>
            <pc:docMk/>
            <pc:sldMk cId="2792624482" sldId="257"/>
            <ac:picMk id="6" creationId="{0133E309-16E7-E835-B372-E0DB92CB5B5C}"/>
          </ac:picMkLst>
        </pc:picChg>
        <pc:picChg chg="add del mod modCrop">
          <ac:chgData name="Leidy Franco" userId="b6780863-cd17-4689-a1fd-e0669fcf8335" providerId="ADAL" clId="{72792100-9B1C-4F25-B6CE-23B17551F609}" dt="2023-10-06T14:52:27.655" v="2789" actId="478"/>
          <ac:picMkLst>
            <pc:docMk/>
            <pc:sldMk cId="2792624482" sldId="257"/>
            <ac:picMk id="6" creationId="{12F16839-9336-6F05-EAB4-DED7490228A4}"/>
          </ac:picMkLst>
        </pc:picChg>
        <pc:picChg chg="add del mod modCrop">
          <ac:chgData name="Leidy Franco" userId="b6780863-cd17-4689-a1fd-e0669fcf8335" providerId="ADAL" clId="{72792100-9B1C-4F25-B6CE-23B17551F609}" dt="2023-11-22T23:06:20.271" v="4641" actId="478"/>
          <ac:picMkLst>
            <pc:docMk/>
            <pc:sldMk cId="2792624482" sldId="257"/>
            <ac:picMk id="6" creationId="{1A1DB0D8-5A00-C170-39A4-62E71F70B785}"/>
          </ac:picMkLst>
        </pc:picChg>
        <pc:picChg chg="add del mod modCrop">
          <ac:chgData name="Leidy Franco" userId="b6780863-cd17-4689-a1fd-e0669fcf8335" providerId="ADAL" clId="{72792100-9B1C-4F25-B6CE-23B17551F609}" dt="2023-10-20T16:04:21.998" v="3105" actId="478"/>
          <ac:picMkLst>
            <pc:docMk/>
            <pc:sldMk cId="2792624482" sldId="257"/>
            <ac:picMk id="6" creationId="{4A96AC4F-7D45-726C-CDB0-DA4795E1873E}"/>
          </ac:picMkLst>
        </pc:picChg>
        <pc:picChg chg="add del mod modCrop">
          <ac:chgData name="Leidy Franco" userId="b6780863-cd17-4689-a1fd-e0669fcf8335" providerId="ADAL" clId="{72792100-9B1C-4F25-B6CE-23B17551F609}" dt="2024-03-11T17:44:47.374" v="7863" actId="478"/>
          <ac:picMkLst>
            <pc:docMk/>
            <pc:sldMk cId="2792624482" sldId="257"/>
            <ac:picMk id="6" creationId="{4AF461EC-795E-64BD-8379-3E5782392955}"/>
          </ac:picMkLst>
        </pc:picChg>
        <pc:picChg chg="add del mod modCrop">
          <ac:chgData name="Leidy Franco" userId="b6780863-cd17-4689-a1fd-e0669fcf8335" providerId="ADAL" clId="{72792100-9B1C-4F25-B6CE-23B17551F609}" dt="2023-12-27T17:42:06.273" v="6088" actId="478"/>
          <ac:picMkLst>
            <pc:docMk/>
            <pc:sldMk cId="2792624482" sldId="257"/>
            <ac:picMk id="6" creationId="{5B36BF28-BDF5-3B5E-FC8D-5BD36FB0B6EA}"/>
          </ac:picMkLst>
        </pc:picChg>
        <pc:picChg chg="add del mod modCrop">
          <ac:chgData name="Leidy Franco" userId="b6780863-cd17-4689-a1fd-e0669fcf8335" providerId="ADAL" clId="{72792100-9B1C-4F25-B6CE-23B17551F609}" dt="2023-12-12T16:52:29.728" v="5898" actId="478"/>
          <ac:picMkLst>
            <pc:docMk/>
            <pc:sldMk cId="2792624482" sldId="257"/>
            <ac:picMk id="6" creationId="{5D74DC9E-D2FC-CF50-C930-A43C5684A274}"/>
          </ac:picMkLst>
        </pc:picChg>
        <pc:picChg chg="add del mod modCrop">
          <ac:chgData name="Leidy Franco" userId="b6780863-cd17-4689-a1fd-e0669fcf8335" providerId="ADAL" clId="{72792100-9B1C-4F25-B6CE-23B17551F609}" dt="2024-03-21T17:44:17.968" v="8342" actId="478"/>
          <ac:picMkLst>
            <pc:docMk/>
            <pc:sldMk cId="2792624482" sldId="257"/>
            <ac:picMk id="6" creationId="{7E3ED5A1-AD65-96F3-0C91-BE11647D77AC}"/>
          </ac:picMkLst>
        </pc:picChg>
        <pc:picChg chg="add del mod modCrop">
          <ac:chgData name="Leidy Franco" userId="b6780863-cd17-4689-a1fd-e0669fcf8335" providerId="ADAL" clId="{72792100-9B1C-4F25-B6CE-23B17551F609}" dt="2024-03-26T21:51:05.930" v="8553" actId="478"/>
          <ac:picMkLst>
            <pc:docMk/>
            <pc:sldMk cId="2792624482" sldId="257"/>
            <ac:picMk id="6" creationId="{966BCB78-B043-68C5-0CB4-1A36C9E61E2D}"/>
          </ac:picMkLst>
        </pc:picChg>
        <pc:picChg chg="add del mod modCrop">
          <ac:chgData name="Leidy Franco" userId="b6780863-cd17-4689-a1fd-e0669fcf8335" providerId="ADAL" clId="{72792100-9B1C-4F25-B6CE-23B17551F609}" dt="2023-10-03T14:40:51.198" v="2504" actId="478"/>
          <ac:picMkLst>
            <pc:docMk/>
            <pc:sldMk cId="2792624482" sldId="257"/>
            <ac:picMk id="6" creationId="{A0D16233-E53E-AABF-EE1A-BB8DEE787536}"/>
          </ac:picMkLst>
        </pc:picChg>
        <pc:picChg chg="add del mod modCrop">
          <ac:chgData name="Leidy Franco" userId="b6780863-cd17-4689-a1fd-e0669fcf8335" providerId="ADAL" clId="{72792100-9B1C-4F25-B6CE-23B17551F609}" dt="2024-04-02T19:12:20.989" v="8827" actId="478"/>
          <ac:picMkLst>
            <pc:docMk/>
            <pc:sldMk cId="2792624482" sldId="257"/>
            <ac:picMk id="6" creationId="{C00DD7AA-41D4-28AD-D77A-834AEF53F3E0}"/>
          </ac:picMkLst>
        </pc:picChg>
        <pc:picChg chg="add del mod modCrop">
          <ac:chgData name="Leidy Franco" userId="b6780863-cd17-4689-a1fd-e0669fcf8335" providerId="ADAL" clId="{72792100-9B1C-4F25-B6CE-23B17551F609}" dt="2024-05-14T15:16:48.911" v="11100" actId="478"/>
          <ac:picMkLst>
            <pc:docMk/>
            <pc:sldMk cId="2792624482" sldId="257"/>
            <ac:picMk id="6" creationId="{D6B5E99D-15ED-C064-856B-F4E8165EC54A}"/>
          </ac:picMkLst>
        </pc:picChg>
        <pc:picChg chg="add del mod modCrop">
          <ac:chgData name="Leidy Franco" userId="b6780863-cd17-4689-a1fd-e0669fcf8335" providerId="ADAL" clId="{72792100-9B1C-4F25-B6CE-23B17551F609}" dt="2023-11-07T18:53:10.369" v="3627" actId="478"/>
          <ac:picMkLst>
            <pc:docMk/>
            <pc:sldMk cId="2792624482" sldId="257"/>
            <ac:picMk id="6" creationId="{E01F58AD-AA3A-C806-8607-3BD969A83E9B}"/>
          </ac:picMkLst>
        </pc:picChg>
        <pc:picChg chg="add del mod modCrop">
          <ac:chgData name="Leidy Franco" userId="b6780863-cd17-4689-a1fd-e0669fcf8335" providerId="ADAL" clId="{72792100-9B1C-4F25-B6CE-23B17551F609}" dt="2024-05-03T19:46:05.012" v="10226" actId="478"/>
          <ac:picMkLst>
            <pc:docMk/>
            <pc:sldMk cId="2792624482" sldId="257"/>
            <ac:picMk id="6" creationId="{F77D5A6B-715D-1E6B-441A-58436C70C2A7}"/>
          </ac:picMkLst>
        </pc:picChg>
        <pc:picChg chg="add del mod modCrop">
          <ac:chgData name="Leidy Franco" userId="b6780863-cd17-4689-a1fd-e0669fcf8335" providerId="ADAL" clId="{72792100-9B1C-4F25-B6CE-23B17551F609}" dt="2023-09-26T14:28:46.673" v="282" actId="478"/>
          <ac:picMkLst>
            <pc:docMk/>
            <pc:sldMk cId="2792624482" sldId="257"/>
            <ac:picMk id="6" creationId="{FAE9E51A-8331-84F8-D6E3-5CC1B7CD4300}"/>
          </ac:picMkLst>
        </pc:picChg>
        <pc:picChg chg="add del mod modCrop">
          <ac:chgData name="Leidy Franco" userId="b6780863-cd17-4689-a1fd-e0669fcf8335" providerId="ADAL" clId="{72792100-9B1C-4F25-B6CE-23B17551F609}" dt="2024-04-16T16:36:03.315" v="9556" actId="478"/>
          <ac:picMkLst>
            <pc:docMk/>
            <pc:sldMk cId="2792624482" sldId="257"/>
            <ac:picMk id="8" creationId="{11AA117D-E3C9-F46B-044A-D30634EBA81E}"/>
          </ac:picMkLst>
        </pc:picChg>
        <pc:picChg chg="add del mod modCrop">
          <ac:chgData name="Leidy Franco" userId="b6780863-cd17-4689-a1fd-e0669fcf8335" providerId="ADAL" clId="{72792100-9B1C-4F25-B6CE-23B17551F609}" dt="2024-05-21T16:48:55.016" v="12061" actId="478"/>
          <ac:picMkLst>
            <pc:docMk/>
            <pc:sldMk cId="2792624482" sldId="257"/>
            <ac:picMk id="8" creationId="{11FC1EB9-9F7C-FD5F-94FE-FFD0605795CA}"/>
          </ac:picMkLst>
        </pc:picChg>
        <pc:picChg chg="add del mod modCrop">
          <ac:chgData name="Leidy Franco" userId="b6780863-cd17-4689-a1fd-e0669fcf8335" providerId="ADAL" clId="{72792100-9B1C-4F25-B6CE-23B17551F609}" dt="2023-11-14T18:26:28.583" v="4421" actId="478"/>
          <ac:picMkLst>
            <pc:docMk/>
            <pc:sldMk cId="2792624482" sldId="257"/>
            <ac:picMk id="8" creationId="{15FA77CD-2516-4C4E-15AB-9939FC7D09B0}"/>
          </ac:picMkLst>
        </pc:picChg>
        <pc:picChg chg="add del mod modCrop">
          <ac:chgData name="Leidy Franco" userId="b6780863-cd17-4689-a1fd-e0669fcf8335" providerId="ADAL" clId="{72792100-9B1C-4F25-B6CE-23B17551F609}" dt="2024-01-23T21:30:25.013" v="6339" actId="478"/>
          <ac:picMkLst>
            <pc:docMk/>
            <pc:sldMk cId="2792624482" sldId="257"/>
            <ac:picMk id="8" creationId="{1BEDC127-6E0A-D887-1531-3E77A9EF527A}"/>
          </ac:picMkLst>
        </pc:picChg>
        <pc:picChg chg="add del mod modCrop">
          <ac:chgData name="Leidy Franco" userId="b6780863-cd17-4689-a1fd-e0669fcf8335" providerId="ADAL" clId="{72792100-9B1C-4F25-B6CE-23B17551F609}" dt="2023-11-09T15:36:28.651" v="4045" actId="478"/>
          <ac:picMkLst>
            <pc:docMk/>
            <pc:sldMk cId="2792624482" sldId="257"/>
            <ac:picMk id="8" creationId="{3097D9EE-751C-0F71-DA31-135F1B2FFA86}"/>
          </ac:picMkLst>
        </pc:picChg>
        <pc:picChg chg="add del mod modCrop">
          <ac:chgData name="Leidy Franco" userId="b6780863-cd17-4689-a1fd-e0669fcf8335" providerId="ADAL" clId="{72792100-9B1C-4F25-B6CE-23B17551F609}" dt="2023-11-17T17:35:32.456" v="4507" actId="478"/>
          <ac:picMkLst>
            <pc:docMk/>
            <pc:sldMk cId="2792624482" sldId="257"/>
            <ac:picMk id="8" creationId="{36A979BA-549B-BC06-34A2-8179FD70FC1D}"/>
          </ac:picMkLst>
        </pc:picChg>
        <pc:picChg chg="add del mod modCrop">
          <ac:chgData name="Leidy Franco" userId="b6780863-cd17-4689-a1fd-e0669fcf8335" providerId="ADAL" clId="{72792100-9B1C-4F25-B6CE-23B17551F609}" dt="2024-05-08T16:49:07.297" v="10698" actId="478"/>
          <ac:picMkLst>
            <pc:docMk/>
            <pc:sldMk cId="2792624482" sldId="257"/>
            <ac:picMk id="8" creationId="{4CE1939A-8B37-1F74-1BB4-A729219562C0}"/>
          </ac:picMkLst>
        </pc:picChg>
        <pc:picChg chg="add del mod modCrop">
          <ac:chgData name="Leidy Franco" userId="b6780863-cd17-4689-a1fd-e0669fcf8335" providerId="ADAL" clId="{72792100-9B1C-4F25-B6CE-23B17551F609}" dt="2023-09-26T18:52:12.606" v="652" actId="478"/>
          <ac:picMkLst>
            <pc:docMk/>
            <pc:sldMk cId="2792624482" sldId="257"/>
            <ac:picMk id="8" creationId="{58ADE171-120B-2419-B83A-CA86E80745BC}"/>
          </ac:picMkLst>
        </pc:picChg>
        <pc:picChg chg="add del mod modCrop">
          <ac:chgData name="Leidy Franco" userId="b6780863-cd17-4689-a1fd-e0669fcf8335" providerId="ADAL" clId="{72792100-9B1C-4F25-B6CE-23B17551F609}" dt="2024-04-05T16:15:34.944" v="9296" actId="478"/>
          <ac:picMkLst>
            <pc:docMk/>
            <pc:sldMk cId="2792624482" sldId="257"/>
            <ac:picMk id="8" creationId="{5CACBF1A-3AC6-0AB2-C61F-8E3A86894F01}"/>
          </ac:picMkLst>
        </pc:picChg>
        <pc:picChg chg="add del mod modCrop">
          <ac:chgData name="Leidy Franco" userId="b6780863-cd17-4689-a1fd-e0669fcf8335" providerId="ADAL" clId="{72792100-9B1C-4F25-B6CE-23B17551F609}" dt="2023-11-10T15:54:29.159" v="4254" actId="478"/>
          <ac:picMkLst>
            <pc:docMk/>
            <pc:sldMk cId="2792624482" sldId="257"/>
            <ac:picMk id="8" creationId="{62D31CDD-1B50-1439-AE3E-C131ED9541A0}"/>
          </ac:picMkLst>
        </pc:picChg>
        <pc:picChg chg="add del mod modCrop">
          <ac:chgData name="Leidy Franco" userId="b6780863-cd17-4689-a1fd-e0669fcf8335" providerId="ADAL" clId="{72792100-9B1C-4F25-B6CE-23B17551F609}" dt="2023-11-28T17:54:52.507" v="4995" actId="478"/>
          <ac:picMkLst>
            <pc:docMk/>
            <pc:sldMk cId="2792624482" sldId="257"/>
            <ac:picMk id="8" creationId="{6F521CA6-E980-8A72-4D19-C6FE20855631}"/>
          </ac:picMkLst>
        </pc:picChg>
        <pc:picChg chg="add del mod modCrop">
          <ac:chgData name="Leidy Franco" userId="b6780863-cd17-4689-a1fd-e0669fcf8335" providerId="ADAL" clId="{72792100-9B1C-4F25-B6CE-23B17551F609}" dt="2024-05-17T16:54:57.588" v="11535" actId="478"/>
          <ac:picMkLst>
            <pc:docMk/>
            <pc:sldMk cId="2792624482" sldId="257"/>
            <ac:picMk id="8" creationId="{70EFE9F0-631A-699C-474C-0BDAE9AFB206}"/>
          </ac:picMkLst>
        </pc:picChg>
        <pc:picChg chg="add del mod modCrop">
          <ac:chgData name="Leidy Franco" userId="b6780863-cd17-4689-a1fd-e0669fcf8335" providerId="ADAL" clId="{72792100-9B1C-4F25-B6CE-23B17551F609}" dt="2023-12-01T16:02:07.672" v="5157" actId="478"/>
          <ac:picMkLst>
            <pc:docMk/>
            <pc:sldMk cId="2792624482" sldId="257"/>
            <ac:picMk id="8" creationId="{737E2814-EF93-6979-13F1-5EC69F25F413}"/>
          </ac:picMkLst>
        </pc:picChg>
        <pc:picChg chg="add del mod modCrop">
          <ac:chgData name="Leidy Franco" userId="b6780863-cd17-4689-a1fd-e0669fcf8335" providerId="ADAL" clId="{72792100-9B1C-4F25-B6CE-23B17551F609}" dt="2024-03-05T15:39:02.670" v="7579" actId="478"/>
          <ac:picMkLst>
            <pc:docMk/>
            <pc:sldMk cId="2792624482" sldId="257"/>
            <ac:picMk id="8" creationId="{746D4EAD-2EC3-0B72-C88D-90F3A397B0E4}"/>
          </ac:picMkLst>
        </pc:picChg>
        <pc:picChg chg="add del mod modCrop">
          <ac:chgData name="Leidy Franco" userId="b6780863-cd17-4689-a1fd-e0669fcf8335" providerId="ADAL" clId="{72792100-9B1C-4F25-B6CE-23B17551F609}" dt="2024-04-26T18:21:49.113" v="9895" actId="478"/>
          <ac:picMkLst>
            <pc:docMk/>
            <pc:sldMk cId="2792624482" sldId="257"/>
            <ac:picMk id="8" creationId="{77525B6C-220B-E5D4-E3DA-E155F11CCE32}"/>
          </ac:picMkLst>
        </pc:picChg>
        <pc:picChg chg="add del mod modCrop">
          <ac:chgData name="Leidy Franco" userId="b6780863-cd17-4689-a1fd-e0669fcf8335" providerId="ADAL" clId="{72792100-9B1C-4F25-B6CE-23B17551F609}" dt="2024-02-20T15:58:52.517" v="6960" actId="478"/>
          <ac:picMkLst>
            <pc:docMk/>
            <pc:sldMk cId="2792624482" sldId="257"/>
            <ac:picMk id="8" creationId="{B4702AA6-969C-C745-FEDF-37E3CB2BCFCD}"/>
          </ac:picMkLst>
        </pc:picChg>
        <pc:picChg chg="add del mod modCrop">
          <ac:chgData name="Leidy Franco" userId="b6780863-cd17-4689-a1fd-e0669fcf8335" providerId="ADAL" clId="{72792100-9B1C-4F25-B6CE-23B17551F609}" dt="2023-12-08T16:12:40.127" v="5459" actId="478"/>
          <ac:picMkLst>
            <pc:docMk/>
            <pc:sldMk cId="2792624482" sldId="257"/>
            <ac:picMk id="8" creationId="{BD68D3FC-B8CB-B36C-DDA6-CE49584B553F}"/>
          </ac:picMkLst>
        </pc:picChg>
        <pc:picChg chg="add del mod modCrop">
          <ac:chgData name="Leidy Franco" userId="b6780863-cd17-4689-a1fd-e0669fcf8335" providerId="ADAL" clId="{72792100-9B1C-4F25-B6CE-23B17551F609}" dt="2024-02-27T15:55:19.444" v="7317" actId="478"/>
          <ac:picMkLst>
            <pc:docMk/>
            <pc:sldMk cId="2792624482" sldId="257"/>
            <ac:picMk id="8" creationId="{DEE3A175-AFD5-3142-35D2-5E2F5D7E9969}"/>
          </ac:picMkLst>
        </pc:picChg>
        <pc:picChg chg="add del mod modCrop">
          <ac:chgData name="Leidy Franco" userId="b6780863-cd17-4689-a1fd-e0669fcf8335" providerId="ADAL" clId="{72792100-9B1C-4F25-B6CE-23B17551F609}" dt="2024-01-10T14:33:28.456" v="6180" actId="478"/>
          <ac:picMkLst>
            <pc:docMk/>
            <pc:sldMk cId="2792624482" sldId="257"/>
            <ac:picMk id="9" creationId="{4D8D08B5-3F28-0ED7-F455-6A17B4B01F89}"/>
          </ac:picMkLst>
        </pc:picChg>
        <pc:picChg chg="add del mod modCrop">
          <ac:chgData name="Leidy Franco" userId="b6780863-cd17-4689-a1fd-e0669fcf8335" providerId="ADAL" clId="{72792100-9B1C-4F25-B6CE-23B17551F609}" dt="2023-12-12T21:41:16.287" v="5998" actId="478"/>
          <ac:picMkLst>
            <pc:docMk/>
            <pc:sldMk cId="2792624482" sldId="257"/>
            <ac:picMk id="9" creationId="{5ACECAD8-0947-D5E0-FAD3-68B55AAE7911}"/>
          </ac:picMkLst>
        </pc:picChg>
        <pc:picChg chg="add del mod modCrop">
          <ac:chgData name="Leidy Franco" userId="b6780863-cd17-4689-a1fd-e0669fcf8335" providerId="ADAL" clId="{72792100-9B1C-4F25-B6CE-23B17551F609}" dt="2024-05-02T23:05:35.357" v="10066" actId="478"/>
          <ac:picMkLst>
            <pc:docMk/>
            <pc:sldMk cId="2792624482" sldId="257"/>
            <ac:picMk id="9" creationId="{634BD7F1-9F76-286C-426C-B9F0C8A8FD03}"/>
          </ac:picMkLst>
        </pc:picChg>
        <pc:picChg chg="add del mod modCrop">
          <ac:chgData name="Leidy Franco" userId="b6780863-cd17-4689-a1fd-e0669fcf8335" providerId="ADAL" clId="{72792100-9B1C-4F25-B6CE-23B17551F609}" dt="2024-02-20T16:05:28.067" v="7084" actId="478"/>
          <ac:picMkLst>
            <pc:docMk/>
            <pc:sldMk cId="2792624482" sldId="257"/>
            <ac:picMk id="9" creationId="{664E166C-7EB7-00A3-2E44-76AF791A8331}"/>
          </ac:picMkLst>
        </pc:picChg>
        <pc:picChg chg="add del mod modCrop">
          <ac:chgData name="Leidy Franco" userId="b6780863-cd17-4689-a1fd-e0669fcf8335" providerId="ADAL" clId="{72792100-9B1C-4F25-B6CE-23B17551F609}" dt="2023-10-20T16:09:29.121" v="3265" actId="478"/>
          <ac:picMkLst>
            <pc:docMk/>
            <pc:sldMk cId="2792624482" sldId="257"/>
            <ac:picMk id="9" creationId="{6945C8F4-3DD1-8072-6303-E44016E50429}"/>
          </ac:picMkLst>
        </pc:picChg>
        <pc:picChg chg="add del mod modCrop">
          <ac:chgData name="Leidy Franco" userId="b6780863-cd17-4689-a1fd-e0669fcf8335" providerId="ADAL" clId="{72792100-9B1C-4F25-B6CE-23B17551F609}" dt="2024-03-26T21:52:35.502" v="8601" actId="478"/>
          <ac:picMkLst>
            <pc:docMk/>
            <pc:sldMk cId="2792624482" sldId="257"/>
            <ac:picMk id="9" creationId="{6A39FD9F-713A-7698-CFFD-E7407EA9B015}"/>
          </ac:picMkLst>
        </pc:picChg>
        <pc:picChg chg="add del mod modCrop">
          <ac:chgData name="Leidy Franco" userId="b6780863-cd17-4689-a1fd-e0669fcf8335" providerId="ADAL" clId="{72792100-9B1C-4F25-B6CE-23B17551F609}" dt="2023-11-07T18:59:12.350" v="3767" actId="478"/>
          <ac:picMkLst>
            <pc:docMk/>
            <pc:sldMk cId="2792624482" sldId="257"/>
            <ac:picMk id="9" creationId="{6AEFDA73-FEDC-5203-D440-B012C317307F}"/>
          </ac:picMkLst>
        </pc:picChg>
        <pc:picChg chg="add del mod modCrop">
          <ac:chgData name="Leidy Franco" userId="b6780863-cd17-4689-a1fd-e0669fcf8335" providerId="ADAL" clId="{72792100-9B1C-4F25-B6CE-23B17551F609}" dt="2023-11-22T23:07:43.659" v="4686" actId="478"/>
          <ac:picMkLst>
            <pc:docMk/>
            <pc:sldMk cId="2792624482" sldId="257"/>
            <ac:picMk id="9" creationId="{7A9B678C-4424-478F-5C1B-EBE94F6E2C48}"/>
          </ac:picMkLst>
        </pc:picChg>
        <pc:picChg chg="add del mod modCrop">
          <ac:chgData name="Leidy Franco" userId="b6780863-cd17-4689-a1fd-e0669fcf8335" providerId="ADAL" clId="{72792100-9B1C-4F25-B6CE-23B17551F609}" dt="2024-05-17T17:10:29.043" v="11774" actId="478"/>
          <ac:picMkLst>
            <pc:docMk/>
            <pc:sldMk cId="2792624482" sldId="257"/>
            <ac:picMk id="9" creationId="{82878260-0F8C-119B-E0E0-B4C7081DC7DC}"/>
          </ac:picMkLst>
        </pc:picChg>
        <pc:picChg chg="add del mod modCrop">
          <ac:chgData name="Leidy Franco" userId="b6780863-cd17-4689-a1fd-e0669fcf8335" providerId="ADAL" clId="{72792100-9B1C-4F25-B6CE-23B17551F609}" dt="2024-04-02T19:17:21.316" v="8923" actId="478"/>
          <ac:picMkLst>
            <pc:docMk/>
            <pc:sldMk cId="2792624482" sldId="257"/>
            <ac:picMk id="9" creationId="{87B4ED9D-350E-632F-D3DC-965EC1888AAF}"/>
          </ac:picMkLst>
        </pc:picChg>
        <pc:picChg chg="add del mod modCrop">
          <ac:chgData name="Leidy Franco" userId="b6780863-cd17-4689-a1fd-e0669fcf8335" providerId="ADAL" clId="{72792100-9B1C-4F25-B6CE-23B17551F609}" dt="2023-10-06T14:54:48.642" v="2846" actId="478"/>
          <ac:picMkLst>
            <pc:docMk/>
            <pc:sldMk cId="2792624482" sldId="257"/>
            <ac:picMk id="9" creationId="{92C5C182-659C-A4D6-0766-A792C585DABB}"/>
          </ac:picMkLst>
        </pc:picChg>
        <pc:picChg chg="add del mod modCrop">
          <ac:chgData name="Leidy Franco" userId="b6780863-cd17-4689-a1fd-e0669fcf8335" providerId="ADAL" clId="{72792100-9B1C-4F25-B6CE-23B17551F609}" dt="2024-05-14T15:23:34.170" v="11196" actId="478"/>
          <ac:picMkLst>
            <pc:docMk/>
            <pc:sldMk cId="2792624482" sldId="257"/>
            <ac:picMk id="9" creationId="{A7E60907-D098-8F6C-626C-6F4B1D0DD01D}"/>
          </ac:picMkLst>
        </pc:picChg>
        <pc:picChg chg="add del mod modCrop">
          <ac:chgData name="Leidy Franco" userId="b6780863-cd17-4689-a1fd-e0669fcf8335" providerId="ADAL" clId="{72792100-9B1C-4F25-B6CE-23B17551F609}" dt="2023-09-26T14:34:29.768" v="309" actId="478"/>
          <ac:picMkLst>
            <pc:docMk/>
            <pc:sldMk cId="2792624482" sldId="257"/>
            <ac:picMk id="9" creationId="{B18FE9C2-B7FD-5D9C-22E6-BFCD401BD15E}"/>
          </ac:picMkLst>
        </pc:picChg>
        <pc:picChg chg="add del mod modCrop">
          <ac:chgData name="Leidy Franco" userId="b6780863-cd17-4689-a1fd-e0669fcf8335" providerId="ADAL" clId="{72792100-9B1C-4F25-B6CE-23B17551F609}" dt="2024-03-11T17:48:36.692" v="7974" actId="478"/>
          <ac:picMkLst>
            <pc:docMk/>
            <pc:sldMk cId="2792624482" sldId="257"/>
            <ac:picMk id="9" creationId="{BBD97ED0-5EEF-8F72-FA9C-12F09AD64377}"/>
          </ac:picMkLst>
        </pc:picChg>
        <pc:picChg chg="add del mod modCrop">
          <ac:chgData name="Leidy Franco" userId="b6780863-cd17-4689-a1fd-e0669fcf8335" providerId="ADAL" clId="{72792100-9B1C-4F25-B6CE-23B17551F609}" dt="2024-05-03T19:54:28.334" v="10393" actId="478"/>
          <ac:picMkLst>
            <pc:docMk/>
            <pc:sldMk cId="2792624482" sldId="257"/>
            <ac:picMk id="9" creationId="{D728A9B7-4A98-8167-B5A9-503542A0D821}"/>
          </ac:picMkLst>
        </pc:picChg>
        <pc:picChg chg="add del mod modCrop">
          <ac:chgData name="Leidy Franco" userId="b6780863-cd17-4689-a1fd-e0669fcf8335" providerId="ADAL" clId="{72792100-9B1C-4F25-B6CE-23B17551F609}" dt="2024-02-09T18:36:13.333" v="6587" actId="478"/>
          <ac:picMkLst>
            <pc:docMk/>
            <pc:sldMk cId="2792624482" sldId="257"/>
            <ac:picMk id="9" creationId="{D86212E0-9222-7C45-910D-8F25DAB1BC42}"/>
          </ac:picMkLst>
        </pc:picChg>
        <pc:picChg chg="add del mod modCrop">
          <ac:chgData name="Leidy Franco" userId="b6780863-cd17-4689-a1fd-e0669fcf8335" providerId="ADAL" clId="{72792100-9B1C-4F25-B6CE-23B17551F609}" dt="2024-04-05T16:20:21.888" v="9428" actId="478"/>
          <ac:picMkLst>
            <pc:docMk/>
            <pc:sldMk cId="2792624482" sldId="257"/>
            <ac:picMk id="9" creationId="{D9B3EB7B-0289-5773-947B-7BEE4AB3939D}"/>
          </ac:picMkLst>
        </pc:picChg>
        <pc:picChg chg="add del mod modCrop">
          <ac:chgData name="Leidy Franco" userId="b6780863-cd17-4689-a1fd-e0669fcf8335" providerId="ADAL" clId="{72792100-9B1C-4F25-B6CE-23B17551F609}" dt="2023-12-08T16:22:29.508" v="5558" actId="478"/>
          <ac:picMkLst>
            <pc:docMk/>
            <pc:sldMk cId="2792624482" sldId="257"/>
            <ac:picMk id="9" creationId="{DADC7E4A-AE02-E960-B062-4D6E4A160FF7}"/>
          </ac:picMkLst>
        </pc:picChg>
        <pc:picChg chg="add del mod modCrop">
          <ac:chgData name="Leidy Franco" userId="b6780863-cd17-4689-a1fd-e0669fcf8335" providerId="ADAL" clId="{72792100-9B1C-4F25-B6CE-23B17551F609}" dt="2024-04-16T16:41:33.906" v="9658" actId="478"/>
          <ac:picMkLst>
            <pc:docMk/>
            <pc:sldMk cId="2792624482" sldId="257"/>
            <ac:picMk id="9" creationId="{DF775A94-2BE0-CBA8-86A6-1BEA6C5EB573}"/>
          </ac:picMkLst>
        </pc:picChg>
        <pc:picChg chg="add del mod modCrop">
          <ac:chgData name="Leidy Franco" userId="b6780863-cd17-4689-a1fd-e0669fcf8335" providerId="ADAL" clId="{72792100-9B1C-4F25-B6CE-23B17551F609}" dt="2024-05-21T16:53:42.053" v="12145" actId="478"/>
          <ac:picMkLst>
            <pc:docMk/>
            <pc:sldMk cId="2792624482" sldId="257"/>
            <ac:picMk id="9" creationId="{F84BE3D5-EE7A-E7F4-1258-782D833EB03D}"/>
          </ac:picMkLst>
        </pc:picChg>
        <pc:picChg chg="add del mod modCrop">
          <ac:chgData name="Leidy Franco" userId="b6780863-cd17-4689-a1fd-e0669fcf8335" providerId="ADAL" clId="{72792100-9B1C-4F25-B6CE-23B17551F609}" dt="2023-10-03T14:42:36.595" v="2528" actId="478"/>
          <ac:picMkLst>
            <pc:docMk/>
            <pc:sldMk cId="2792624482" sldId="257"/>
            <ac:picMk id="9" creationId="{FD1C53F5-C865-C4B2-A9DC-9A6476852E34}"/>
          </ac:picMkLst>
        </pc:picChg>
        <pc:picChg chg="del mod">
          <ac:chgData name="Leidy Franco" userId="b6780863-cd17-4689-a1fd-e0669fcf8335" providerId="ADAL" clId="{72792100-9B1C-4F25-B6CE-23B17551F609}" dt="2023-09-25T23:11:27.233" v="189" actId="478"/>
          <ac:picMkLst>
            <pc:docMk/>
            <pc:sldMk cId="2792624482" sldId="257"/>
            <ac:picMk id="10" creationId="{06598452-6AD6-9CD4-FB28-4F910CCAFAF8}"/>
          </ac:picMkLst>
        </pc:picChg>
        <pc:picChg chg="add del mod modCrop">
          <ac:chgData name="Leidy Franco" userId="b6780863-cd17-4689-a1fd-e0669fcf8335" providerId="ADAL" clId="{72792100-9B1C-4F25-B6CE-23B17551F609}" dt="2023-11-17T16:13:18.889" v="4431" actId="478"/>
          <ac:picMkLst>
            <pc:docMk/>
            <pc:sldMk cId="2792624482" sldId="257"/>
            <ac:picMk id="10" creationId="{38E7DAEB-ECB7-AE51-1681-18F43C47E6BD}"/>
          </ac:picMkLst>
        </pc:picChg>
        <pc:picChg chg="add del mod modCrop">
          <ac:chgData name="Leidy Franco" userId="b6780863-cd17-4689-a1fd-e0669fcf8335" providerId="ADAL" clId="{72792100-9B1C-4F25-B6CE-23B17551F609}" dt="2023-09-26T18:57:27.735" v="733" actId="478"/>
          <ac:picMkLst>
            <pc:docMk/>
            <pc:sldMk cId="2792624482" sldId="257"/>
            <ac:picMk id="10" creationId="{7817319A-7745-4925-C17D-EEFA6C4E8107}"/>
          </ac:picMkLst>
        </pc:picChg>
        <pc:picChg chg="add del mod modCrop">
          <ac:chgData name="Leidy Franco" userId="b6780863-cd17-4689-a1fd-e0669fcf8335" providerId="ADAL" clId="{72792100-9B1C-4F25-B6CE-23B17551F609}" dt="2024-03-05T15:41:15.566" v="7621" actId="478"/>
          <ac:picMkLst>
            <pc:docMk/>
            <pc:sldMk cId="2792624482" sldId="257"/>
            <ac:picMk id="10" creationId="{79529BDA-AE3F-DEC2-C175-67CE6231732A}"/>
          </ac:picMkLst>
        </pc:picChg>
        <pc:picChg chg="add del mod modCrop">
          <ac:chgData name="Leidy Franco" userId="b6780863-cd17-4689-a1fd-e0669fcf8335" providerId="ADAL" clId="{72792100-9B1C-4F25-B6CE-23B17551F609}" dt="2024-05-08T16:51:38.372" v="10782" actId="478"/>
          <ac:picMkLst>
            <pc:docMk/>
            <pc:sldMk cId="2792624482" sldId="257"/>
            <ac:picMk id="10" creationId="{8D870B66-A4A0-F23E-36AE-672708879480}"/>
          </ac:picMkLst>
        </pc:picChg>
        <pc:picChg chg="add del mod modCrop">
          <ac:chgData name="Leidy Franco" userId="b6780863-cd17-4689-a1fd-e0669fcf8335" providerId="ADAL" clId="{72792100-9B1C-4F25-B6CE-23B17551F609}" dt="2024-02-27T15:56:18.068" v="7336" actId="478"/>
          <ac:picMkLst>
            <pc:docMk/>
            <pc:sldMk cId="2792624482" sldId="257"/>
            <ac:picMk id="10" creationId="{A498A116-3736-BDCF-1984-FE7B2AFBB880}"/>
          </ac:picMkLst>
        </pc:picChg>
        <pc:picChg chg="add del mod modCrop">
          <ac:chgData name="Leidy Franco" userId="b6780863-cd17-4689-a1fd-e0669fcf8335" providerId="ADAL" clId="{72792100-9B1C-4F25-B6CE-23B17551F609}" dt="2023-11-28T17:57:55.277" v="5012" actId="478"/>
          <ac:picMkLst>
            <pc:docMk/>
            <pc:sldMk cId="2792624482" sldId="257"/>
            <ac:picMk id="10" creationId="{D4DCC6A4-31D2-A16F-D1AB-7DEBF9C3ACEE}"/>
          </ac:picMkLst>
        </pc:picChg>
        <pc:picChg chg="add del mod modCrop">
          <ac:chgData name="Leidy Franco" userId="b6780863-cd17-4689-a1fd-e0669fcf8335" providerId="ADAL" clId="{72792100-9B1C-4F25-B6CE-23B17551F609}" dt="2023-12-01T16:05:13.280" v="5213" actId="478"/>
          <ac:picMkLst>
            <pc:docMk/>
            <pc:sldMk cId="2792624482" sldId="257"/>
            <ac:picMk id="10" creationId="{F2ADA392-850B-1F03-48A1-E06A112AD367}"/>
          </ac:picMkLst>
        </pc:picChg>
        <pc:picChg chg="add del mod modCrop">
          <ac:chgData name="Leidy Franco" userId="b6780863-cd17-4689-a1fd-e0669fcf8335" providerId="ADAL" clId="{72792100-9B1C-4F25-B6CE-23B17551F609}" dt="2023-11-10T15:18:38.698" v="4130" actId="478"/>
          <ac:picMkLst>
            <pc:docMk/>
            <pc:sldMk cId="2792624482" sldId="257"/>
            <ac:picMk id="10" creationId="{FD988B01-3C2F-DB0D-83CA-1102511FED00}"/>
          </ac:picMkLst>
        </pc:picChg>
        <pc:picChg chg="add del mod modCrop">
          <ac:chgData name="Leidy Franco" userId="b6780863-cd17-4689-a1fd-e0669fcf8335" providerId="ADAL" clId="{72792100-9B1C-4F25-B6CE-23B17551F609}" dt="2024-03-26T21:54:34.703" v="8620" actId="478"/>
          <ac:picMkLst>
            <pc:docMk/>
            <pc:sldMk cId="2792624482" sldId="257"/>
            <ac:picMk id="11" creationId="{098BAEF1-E85B-49BF-88D8-506C886BCAB7}"/>
          </ac:picMkLst>
        </pc:picChg>
        <pc:picChg chg="add del mod modCrop">
          <ac:chgData name="Leidy Franco" userId="b6780863-cd17-4689-a1fd-e0669fcf8335" providerId="ADAL" clId="{72792100-9B1C-4F25-B6CE-23B17551F609}" dt="2023-12-08T16:33:52.010" v="5636" actId="478"/>
          <ac:picMkLst>
            <pc:docMk/>
            <pc:sldMk cId="2792624482" sldId="257"/>
            <ac:picMk id="11" creationId="{0D62889A-5144-EC1F-82F3-3DA8D352F372}"/>
          </ac:picMkLst>
        </pc:picChg>
        <pc:picChg chg="add del mod modCrop">
          <ac:chgData name="Leidy Franco" userId="b6780863-cd17-4689-a1fd-e0669fcf8335" providerId="ADAL" clId="{72792100-9B1C-4F25-B6CE-23B17551F609}" dt="2023-11-14T18:13:44.275" v="4331" actId="478"/>
          <ac:picMkLst>
            <pc:docMk/>
            <pc:sldMk cId="2792624482" sldId="257"/>
            <ac:picMk id="11" creationId="{103AED8E-2011-D447-32EF-8E39E9BD99FD}"/>
          </ac:picMkLst>
        </pc:picChg>
        <pc:picChg chg="add del mod modCrop">
          <ac:chgData name="Leidy Franco" userId="b6780863-cd17-4689-a1fd-e0669fcf8335" providerId="ADAL" clId="{72792100-9B1C-4F25-B6CE-23B17551F609}" dt="2023-10-03T14:44:35.108" v="2561" actId="478"/>
          <ac:picMkLst>
            <pc:docMk/>
            <pc:sldMk cId="2792624482" sldId="257"/>
            <ac:picMk id="11" creationId="{166E987E-6408-D438-91C2-3254F3626FD2}"/>
          </ac:picMkLst>
        </pc:picChg>
        <pc:picChg chg="add del mod modCrop">
          <ac:chgData name="Leidy Franco" userId="b6780863-cd17-4689-a1fd-e0669fcf8335" providerId="ADAL" clId="{72792100-9B1C-4F25-B6CE-23B17551F609}" dt="2023-11-07T19:02:28.445" v="3846" actId="478"/>
          <ac:picMkLst>
            <pc:docMk/>
            <pc:sldMk cId="2792624482" sldId="257"/>
            <ac:picMk id="11" creationId="{2F66CA07-341C-7931-64C1-C3A4EFC8DFDC}"/>
          </ac:picMkLst>
        </pc:picChg>
        <pc:picChg chg="add del mod modCrop">
          <ac:chgData name="Leidy Franco" userId="b6780863-cd17-4689-a1fd-e0669fcf8335" providerId="ADAL" clId="{72792100-9B1C-4F25-B6CE-23B17551F609}" dt="2024-05-14T15:28:48.866" v="11249" actId="478"/>
          <ac:picMkLst>
            <pc:docMk/>
            <pc:sldMk cId="2792624482" sldId="257"/>
            <ac:picMk id="11" creationId="{3269E129-2A69-B931-EEBD-8980CB8B9A66}"/>
          </ac:picMkLst>
        </pc:picChg>
        <pc:picChg chg="add del mod modCrop">
          <ac:chgData name="Leidy Franco" userId="b6780863-cd17-4689-a1fd-e0669fcf8335" providerId="ADAL" clId="{72792100-9B1C-4F25-B6CE-23B17551F609}" dt="2024-05-20T23:03:10.315" v="11870" actId="478"/>
          <ac:picMkLst>
            <pc:docMk/>
            <pc:sldMk cId="2792624482" sldId="257"/>
            <ac:picMk id="11" creationId="{4BD6F711-9FCC-A196-DB8C-F788F3F023DE}"/>
          </ac:picMkLst>
        </pc:picChg>
        <pc:picChg chg="add del mod modCrop">
          <ac:chgData name="Leidy Franco" userId="b6780863-cd17-4689-a1fd-e0669fcf8335" providerId="ADAL" clId="{72792100-9B1C-4F25-B6CE-23B17551F609}" dt="2023-10-20T16:11:26.772" v="3276" actId="478"/>
          <ac:picMkLst>
            <pc:docMk/>
            <pc:sldMk cId="2792624482" sldId="257"/>
            <ac:picMk id="11" creationId="{5B847513-76AA-17C1-0D31-1A53E4E49D65}"/>
          </ac:picMkLst>
        </pc:picChg>
        <pc:picChg chg="add del mod modCrop">
          <ac:chgData name="Leidy Franco" userId="b6780863-cd17-4689-a1fd-e0669fcf8335" providerId="ADAL" clId="{72792100-9B1C-4F25-B6CE-23B17551F609}" dt="2024-04-12T17:06:59.878" v="9467" actId="478"/>
          <ac:picMkLst>
            <pc:docMk/>
            <pc:sldMk cId="2792624482" sldId="257"/>
            <ac:picMk id="11" creationId="{7437B8B3-3110-B50B-9965-C54AACF74B6D}"/>
          </ac:picMkLst>
        </pc:picChg>
        <pc:picChg chg="add del mod modCrop">
          <ac:chgData name="Leidy Franco" userId="b6780863-cd17-4689-a1fd-e0669fcf8335" providerId="ADAL" clId="{72792100-9B1C-4F25-B6CE-23B17551F609}" dt="2024-03-11T17:52:25.783" v="8015" actId="478"/>
          <ac:picMkLst>
            <pc:docMk/>
            <pc:sldMk cId="2792624482" sldId="257"/>
            <ac:picMk id="11" creationId="{7D72E1C8-A794-4691-56D3-B19967F31DD9}"/>
          </ac:picMkLst>
        </pc:picChg>
        <pc:picChg chg="add del mod modCrop">
          <ac:chgData name="Leidy Franco" userId="b6780863-cd17-4689-a1fd-e0669fcf8335" providerId="ADAL" clId="{72792100-9B1C-4F25-B6CE-23B17551F609}" dt="2024-02-20T16:10:40.406" v="7126" actId="478"/>
          <ac:picMkLst>
            <pc:docMk/>
            <pc:sldMk cId="2792624482" sldId="257"/>
            <ac:picMk id="11" creationId="{88B0CF3F-3BAB-75AE-8170-1A3F62243475}"/>
          </ac:picMkLst>
        </pc:picChg>
        <pc:picChg chg="add del mod modCrop">
          <ac:chgData name="Leidy Franco" userId="b6780863-cd17-4689-a1fd-e0669fcf8335" providerId="ADAL" clId="{72792100-9B1C-4F25-B6CE-23B17551F609}" dt="2024-04-02T19:19:50.011" v="8928" actId="478"/>
          <ac:picMkLst>
            <pc:docMk/>
            <pc:sldMk cId="2792624482" sldId="257"/>
            <ac:picMk id="11" creationId="{8B2F04BD-4FC0-1722-11F8-AF6EC288B6CD}"/>
          </ac:picMkLst>
        </pc:picChg>
        <pc:picChg chg="add del mod modCrop">
          <ac:chgData name="Leidy Franco" userId="b6780863-cd17-4689-a1fd-e0669fcf8335" providerId="ADAL" clId="{72792100-9B1C-4F25-B6CE-23B17551F609}" dt="2024-05-21T16:55:33.663" v="12208" actId="478"/>
          <ac:picMkLst>
            <pc:docMk/>
            <pc:sldMk cId="2792624482" sldId="257"/>
            <ac:picMk id="11" creationId="{B7557EAE-C41C-0127-C825-B93B9A45F2F3}"/>
          </ac:picMkLst>
        </pc:picChg>
        <pc:picChg chg="add del mod modCrop">
          <ac:chgData name="Leidy Franco" userId="b6780863-cd17-4689-a1fd-e0669fcf8335" providerId="ADAL" clId="{72792100-9B1C-4F25-B6CE-23B17551F609}" dt="2023-10-06T14:58:21.730" v="2885" actId="478"/>
          <ac:picMkLst>
            <pc:docMk/>
            <pc:sldMk cId="2792624482" sldId="257"/>
            <ac:picMk id="11" creationId="{D0C721B4-008F-8ABC-04DE-97E0CF3F0E95}"/>
          </ac:picMkLst>
        </pc:picChg>
        <pc:picChg chg="add del mod modCrop">
          <ac:chgData name="Leidy Franco" userId="b6780863-cd17-4689-a1fd-e0669fcf8335" providerId="ADAL" clId="{72792100-9B1C-4F25-B6CE-23B17551F609}" dt="2024-04-18T17:24:23.258" v="9721" actId="478"/>
          <ac:picMkLst>
            <pc:docMk/>
            <pc:sldMk cId="2792624482" sldId="257"/>
            <ac:picMk id="11" creationId="{DADB863A-E7D4-E00F-BD01-1562BA245323}"/>
          </ac:picMkLst>
        </pc:picChg>
        <pc:picChg chg="add del mod modCrop">
          <ac:chgData name="Leidy Franco" userId="b6780863-cd17-4689-a1fd-e0669fcf8335" providerId="ADAL" clId="{72792100-9B1C-4F25-B6CE-23B17551F609}" dt="2024-02-09T18:37:57.302" v="6636" actId="478"/>
          <ac:picMkLst>
            <pc:docMk/>
            <pc:sldMk cId="2792624482" sldId="257"/>
            <ac:picMk id="11" creationId="{F2CEEDA1-C49E-EE1B-44B8-81F70FDC3165}"/>
          </ac:picMkLst>
        </pc:picChg>
        <pc:picChg chg="add del mod modCrop">
          <ac:chgData name="Leidy Franco" userId="b6780863-cd17-4689-a1fd-e0669fcf8335" providerId="ADAL" clId="{72792100-9B1C-4F25-B6CE-23B17551F609}" dt="2023-11-22T23:09:54.741" v="4729" actId="478"/>
          <ac:picMkLst>
            <pc:docMk/>
            <pc:sldMk cId="2792624482" sldId="257"/>
            <ac:picMk id="11" creationId="{F942D90E-759A-CE5F-11E3-48AF29C9EAE5}"/>
          </ac:picMkLst>
        </pc:picChg>
        <pc:picChg chg="add del mod modCrop">
          <ac:chgData name="Leidy Franco" userId="b6780863-cd17-4689-a1fd-e0669fcf8335" providerId="ADAL" clId="{72792100-9B1C-4F25-B6CE-23B17551F609}" dt="2024-05-03T20:00:18.134" v="10443" actId="478"/>
          <ac:picMkLst>
            <pc:docMk/>
            <pc:sldMk cId="2792624482" sldId="257"/>
            <ac:picMk id="11" creationId="{FCA19A23-8188-AFBA-0F7A-6D9F5EE5A336}"/>
          </ac:picMkLst>
        </pc:picChg>
        <pc:picChg chg="add del mod modCrop">
          <ac:chgData name="Leidy Franco" userId="b6780863-cd17-4689-a1fd-e0669fcf8335" providerId="ADAL" clId="{72792100-9B1C-4F25-B6CE-23B17551F609}" dt="2023-09-26T14:39:32.478" v="435" actId="478"/>
          <ac:picMkLst>
            <pc:docMk/>
            <pc:sldMk cId="2792624482" sldId="257"/>
            <ac:picMk id="12" creationId="{27863A6B-70C1-B816-0568-7FA91878E6EB}"/>
          </ac:picMkLst>
        </pc:picChg>
        <pc:picChg chg="add del mod modCrop">
          <ac:chgData name="Leidy Franco" userId="b6780863-cd17-4689-a1fd-e0669fcf8335" providerId="ADAL" clId="{72792100-9B1C-4F25-B6CE-23B17551F609}" dt="2023-12-01T15:57:41.301" v="5049" actId="478"/>
          <ac:picMkLst>
            <pc:docMk/>
            <pc:sldMk cId="2792624482" sldId="257"/>
            <ac:picMk id="12" creationId="{8C69FFD4-C3A9-B2AA-6015-7FB392748951}"/>
          </ac:picMkLst>
        </pc:picChg>
        <pc:picChg chg="add del mod modCrop">
          <ac:chgData name="Leidy Franco" userId="b6780863-cd17-4689-a1fd-e0669fcf8335" providerId="ADAL" clId="{72792100-9B1C-4F25-B6CE-23B17551F609}" dt="2023-09-26T19:19:21.700" v="787" actId="478"/>
          <ac:picMkLst>
            <pc:docMk/>
            <pc:sldMk cId="2792624482" sldId="257"/>
            <ac:picMk id="12" creationId="{92E3AFAE-AB9F-222F-6B71-8F9B26B98823}"/>
          </ac:picMkLst>
        </pc:picChg>
        <pc:picChg chg="add del mod modCrop">
          <ac:chgData name="Leidy Franco" userId="b6780863-cd17-4689-a1fd-e0669fcf8335" providerId="ADAL" clId="{72792100-9B1C-4F25-B6CE-23B17551F609}" dt="2024-03-05T15:45:03.264" v="7660" actId="478"/>
          <ac:picMkLst>
            <pc:docMk/>
            <pc:sldMk cId="2792624482" sldId="257"/>
            <ac:picMk id="12" creationId="{D7644FD5-95B7-2117-AE95-FF96F2FD3336}"/>
          </ac:picMkLst>
        </pc:picChg>
        <pc:picChg chg="add del mod modCrop">
          <ac:chgData name="Leidy Franco" userId="b6780863-cd17-4689-a1fd-e0669fcf8335" providerId="ADAL" clId="{72792100-9B1C-4F25-B6CE-23B17551F609}" dt="2024-05-08T16:53:43.575" v="10836" actId="478"/>
          <ac:picMkLst>
            <pc:docMk/>
            <pc:sldMk cId="2792624482" sldId="257"/>
            <ac:picMk id="12" creationId="{E27457D4-195C-E13D-758D-F9641EAC9304}"/>
          </ac:picMkLst>
        </pc:picChg>
        <pc:picChg chg="add del mod modCrop">
          <ac:chgData name="Leidy Franco" userId="b6780863-cd17-4689-a1fd-e0669fcf8335" providerId="ADAL" clId="{72792100-9B1C-4F25-B6CE-23B17551F609}" dt="2024-02-27T15:58:02.892" v="7388" actId="478"/>
          <ac:picMkLst>
            <pc:docMk/>
            <pc:sldMk cId="2792624482" sldId="257"/>
            <ac:picMk id="12" creationId="{F7D266C0-D551-E444-9349-7A4C1BF542E6}"/>
          </ac:picMkLst>
        </pc:picChg>
        <pc:picChg chg="add del mod modCrop">
          <ac:chgData name="Leidy Franco" userId="b6780863-cd17-4689-a1fd-e0669fcf8335" providerId="ADAL" clId="{72792100-9B1C-4F25-B6CE-23B17551F609}" dt="2023-10-04T18:52:01.161" v="2632" actId="478"/>
          <ac:picMkLst>
            <pc:docMk/>
            <pc:sldMk cId="2792624482" sldId="257"/>
            <ac:picMk id="13" creationId="{16560476-CBA9-F558-7ACD-870E69CB2DD9}"/>
          </ac:picMkLst>
        </pc:picChg>
        <pc:picChg chg="add del mod modCrop">
          <ac:chgData name="Leidy Franco" userId="b6780863-cd17-4689-a1fd-e0669fcf8335" providerId="ADAL" clId="{72792100-9B1C-4F25-B6CE-23B17551F609}" dt="2023-12-08T16:39:36.023" v="5687" actId="478"/>
          <ac:picMkLst>
            <pc:docMk/>
            <pc:sldMk cId="2792624482" sldId="257"/>
            <ac:picMk id="13" creationId="{23394962-5380-E82C-77EB-CBEBB5C2B13A}"/>
          </ac:picMkLst>
        </pc:picChg>
        <pc:picChg chg="add del mod modCrop">
          <ac:chgData name="Leidy Franco" userId="b6780863-cd17-4689-a1fd-e0669fcf8335" providerId="ADAL" clId="{72792100-9B1C-4F25-B6CE-23B17551F609}" dt="2024-02-09T18:40:23.709" v="6682" actId="478"/>
          <ac:picMkLst>
            <pc:docMk/>
            <pc:sldMk cId="2792624482" sldId="257"/>
            <ac:picMk id="13" creationId="{4E419F2C-3606-8516-699E-91322EFC8B4D}"/>
          </ac:picMkLst>
        </pc:picChg>
        <pc:picChg chg="add del mod modCrop">
          <ac:chgData name="Leidy Franco" userId="b6780863-cd17-4689-a1fd-e0669fcf8335" providerId="ADAL" clId="{72792100-9B1C-4F25-B6CE-23B17551F609}" dt="2024-02-27T15:47:50.606" v="7170" actId="478"/>
          <ac:picMkLst>
            <pc:docMk/>
            <pc:sldMk cId="2792624482" sldId="257"/>
            <ac:picMk id="13" creationId="{593A38C1-4A58-08E2-8E3D-26571EABBC24}"/>
          </ac:picMkLst>
        </pc:picChg>
        <pc:picChg chg="add del mod modCrop">
          <ac:chgData name="Leidy Franco" userId="b6780863-cd17-4689-a1fd-e0669fcf8335" providerId="ADAL" clId="{72792100-9B1C-4F25-B6CE-23B17551F609}" dt="2024-04-02T19:22:22.542" v="8994" actId="478"/>
          <ac:picMkLst>
            <pc:docMk/>
            <pc:sldMk cId="2792624482" sldId="257"/>
            <ac:picMk id="13" creationId="{5A3914A9-B7C1-07C4-8E43-E8FCE65A0C69}"/>
          </ac:picMkLst>
        </pc:picChg>
        <pc:picChg chg="add del mod modCrop">
          <ac:chgData name="Leidy Franco" userId="b6780863-cd17-4689-a1fd-e0669fcf8335" providerId="ADAL" clId="{72792100-9B1C-4F25-B6CE-23B17551F609}" dt="2023-12-01T16:12:59.468" v="5270" actId="478"/>
          <ac:picMkLst>
            <pc:docMk/>
            <pc:sldMk cId="2792624482" sldId="257"/>
            <ac:picMk id="13" creationId="{6244D56E-4C9C-0B30-7E7D-CDF1B84D0BDC}"/>
          </ac:picMkLst>
        </pc:picChg>
        <pc:picChg chg="add del mod modCrop">
          <ac:chgData name="Leidy Franco" userId="b6780863-cd17-4689-a1fd-e0669fcf8335" providerId="ADAL" clId="{72792100-9B1C-4F25-B6CE-23B17551F609}" dt="2024-05-14T15:30:46.800" v="11290" actId="478"/>
          <ac:picMkLst>
            <pc:docMk/>
            <pc:sldMk cId="2792624482" sldId="257"/>
            <ac:picMk id="13" creationId="{894F790A-50C1-9558-7B3C-00F92DBF18E8}"/>
          </ac:picMkLst>
        </pc:picChg>
        <pc:picChg chg="add del mod modCrop">
          <ac:chgData name="Leidy Franco" userId="b6780863-cd17-4689-a1fd-e0669fcf8335" providerId="ADAL" clId="{72792100-9B1C-4F25-B6CE-23B17551F609}" dt="2024-05-21T17:03:09.863" v="12308" actId="478"/>
          <ac:picMkLst>
            <pc:docMk/>
            <pc:sldMk cId="2792624482" sldId="257"/>
            <ac:picMk id="13" creationId="{A7558173-7CB0-E381-E114-24AF248B1259}"/>
          </ac:picMkLst>
        </pc:picChg>
        <pc:picChg chg="add del mod modCrop">
          <ac:chgData name="Leidy Franco" userId="b6780863-cd17-4689-a1fd-e0669fcf8335" providerId="ADAL" clId="{72792100-9B1C-4F25-B6CE-23B17551F609}" dt="2023-10-20T16:14:22.610" v="3319" actId="478"/>
          <ac:picMkLst>
            <pc:docMk/>
            <pc:sldMk cId="2792624482" sldId="257"/>
            <ac:picMk id="13" creationId="{AAF88459-1E83-445D-7724-C4E5A83641F5}"/>
          </ac:picMkLst>
        </pc:picChg>
        <pc:picChg chg="add del mod modCrop">
          <ac:chgData name="Leidy Franco" userId="b6780863-cd17-4689-a1fd-e0669fcf8335" providerId="ADAL" clId="{72792100-9B1C-4F25-B6CE-23B17551F609}" dt="2024-05-08T16:28:58.371" v="10519" actId="478"/>
          <ac:picMkLst>
            <pc:docMk/>
            <pc:sldMk cId="2792624482" sldId="257"/>
            <ac:picMk id="13" creationId="{B2A59624-2909-43CE-6063-61C83D09C7A9}"/>
          </ac:picMkLst>
        </pc:picChg>
        <pc:picChg chg="add del mod modCrop">
          <ac:chgData name="Leidy Franco" userId="b6780863-cd17-4689-a1fd-e0669fcf8335" providerId="ADAL" clId="{72792100-9B1C-4F25-B6CE-23B17551F609}" dt="2024-03-11T17:58:05.028" v="8072" actId="478"/>
          <ac:picMkLst>
            <pc:docMk/>
            <pc:sldMk cId="2792624482" sldId="257"/>
            <ac:picMk id="13" creationId="{BE5EC9E8-56DD-693B-D7DE-E1F2E47BB1BB}"/>
          </ac:picMkLst>
        </pc:picChg>
        <pc:picChg chg="add del mod modCrop">
          <ac:chgData name="Leidy Franco" userId="b6780863-cd17-4689-a1fd-e0669fcf8335" providerId="ADAL" clId="{72792100-9B1C-4F25-B6CE-23B17551F609}" dt="2023-10-06T15:05:24.545" v="2937" actId="478"/>
          <ac:picMkLst>
            <pc:docMk/>
            <pc:sldMk cId="2792624482" sldId="257"/>
            <ac:picMk id="13" creationId="{C10B9C4B-2517-C9B5-994C-96B5E7E393B6}"/>
          </ac:picMkLst>
        </pc:picChg>
        <pc:picChg chg="add del mod modCrop">
          <ac:chgData name="Leidy Franco" userId="b6780863-cd17-4689-a1fd-e0669fcf8335" providerId="ADAL" clId="{72792100-9B1C-4F25-B6CE-23B17551F609}" dt="2024-03-26T23:04:38.344" v="8728" actId="478"/>
          <ac:picMkLst>
            <pc:docMk/>
            <pc:sldMk cId="2792624482" sldId="257"/>
            <ac:picMk id="13" creationId="{E1F5CA4C-E8E8-D78B-3CF4-DBCF30E5C018}"/>
          </ac:picMkLst>
        </pc:picChg>
        <pc:picChg chg="add del mod modCrop">
          <ac:chgData name="Leidy Franco" userId="b6780863-cd17-4689-a1fd-e0669fcf8335" providerId="ADAL" clId="{72792100-9B1C-4F25-B6CE-23B17551F609}" dt="2023-11-07T19:10:29.154" v="3891" actId="478"/>
          <ac:picMkLst>
            <pc:docMk/>
            <pc:sldMk cId="2792624482" sldId="257"/>
            <ac:picMk id="13" creationId="{EA3BBB27-E66B-9481-370A-F8D001CCA93B}"/>
          </ac:picMkLst>
        </pc:picChg>
        <pc:picChg chg="add del mod modCrop">
          <ac:chgData name="Leidy Franco" userId="b6780863-cd17-4689-a1fd-e0669fcf8335" providerId="ADAL" clId="{72792100-9B1C-4F25-B6CE-23B17551F609}" dt="2023-11-22T23:12:05" v="4797" actId="478"/>
          <ac:picMkLst>
            <pc:docMk/>
            <pc:sldMk cId="2792624482" sldId="257"/>
            <ac:picMk id="13" creationId="{F3B99C70-47A6-92E2-2F3F-B4FDE7151037}"/>
          </ac:picMkLst>
        </pc:picChg>
        <pc:picChg chg="add del mod modCrop">
          <ac:chgData name="Leidy Franco" userId="b6780863-cd17-4689-a1fd-e0669fcf8335" providerId="ADAL" clId="{72792100-9B1C-4F25-B6CE-23B17551F609}" dt="2024-03-05T19:15:41.617" v="7700" actId="478"/>
          <ac:picMkLst>
            <pc:docMk/>
            <pc:sldMk cId="2792624482" sldId="257"/>
            <ac:picMk id="14" creationId="{2D01485B-B8BF-7C79-BBF2-571B18E8E331}"/>
          </ac:picMkLst>
        </pc:picChg>
        <pc:picChg chg="add del mod modCrop">
          <ac:chgData name="Leidy Franco" userId="b6780863-cd17-4689-a1fd-e0669fcf8335" providerId="ADAL" clId="{72792100-9B1C-4F25-B6CE-23B17551F609}" dt="2023-09-26T19:21:45.839" v="861" actId="478"/>
          <ac:picMkLst>
            <pc:docMk/>
            <pc:sldMk cId="2792624482" sldId="257"/>
            <ac:picMk id="14" creationId="{AC46CA35-BB45-867D-2F6D-C4ACF4CD849F}"/>
          </ac:picMkLst>
        </pc:picChg>
        <pc:picChg chg="add del mod modCrop">
          <ac:chgData name="Leidy Franco" userId="b6780863-cd17-4689-a1fd-e0669fcf8335" providerId="ADAL" clId="{72792100-9B1C-4F25-B6CE-23B17551F609}" dt="2023-09-26T14:42:57.938" v="473" actId="478"/>
          <ac:picMkLst>
            <pc:docMk/>
            <pc:sldMk cId="2792624482" sldId="257"/>
            <ac:picMk id="14" creationId="{BD28DB66-82FF-AE7A-9295-BB705EC62590}"/>
          </ac:picMkLst>
        </pc:picChg>
        <pc:picChg chg="add del mod modCrop">
          <ac:chgData name="Leidy Franco" userId="b6780863-cd17-4689-a1fd-e0669fcf8335" providerId="ADAL" clId="{72792100-9B1C-4F25-B6CE-23B17551F609}" dt="2024-03-11T18:03:15.021" v="8125" actId="478"/>
          <ac:picMkLst>
            <pc:docMk/>
            <pc:sldMk cId="2792624482" sldId="257"/>
            <ac:picMk id="15" creationId="{08F4099F-8273-8125-4EB1-C7FF1AF892BF}"/>
          </ac:picMkLst>
        </pc:picChg>
        <pc:picChg chg="add del mod modCrop">
          <ac:chgData name="Leidy Franco" userId="b6780863-cd17-4689-a1fd-e0669fcf8335" providerId="ADAL" clId="{72792100-9B1C-4F25-B6CE-23B17551F609}" dt="2023-10-12T18:29:15.340" v="2950" actId="478"/>
          <ac:picMkLst>
            <pc:docMk/>
            <pc:sldMk cId="2792624482" sldId="257"/>
            <ac:picMk id="15" creationId="{10C422EB-E239-9DBF-1CB5-B0A58B456A8C}"/>
          </ac:picMkLst>
        </pc:picChg>
        <pc:picChg chg="add del mod modCrop">
          <ac:chgData name="Leidy Franco" userId="b6780863-cd17-4689-a1fd-e0669fcf8335" providerId="ADAL" clId="{72792100-9B1C-4F25-B6CE-23B17551F609}" dt="2023-12-08T16:41:58.842" v="5762" actId="478"/>
          <ac:picMkLst>
            <pc:docMk/>
            <pc:sldMk cId="2792624482" sldId="257"/>
            <ac:picMk id="15" creationId="{2028888D-E7CD-F50E-455C-E859B3F5293A}"/>
          </ac:picMkLst>
        </pc:picChg>
        <pc:picChg chg="add del mod modCrop">
          <ac:chgData name="Leidy Franco" userId="b6780863-cd17-4689-a1fd-e0669fcf8335" providerId="ADAL" clId="{72792100-9B1C-4F25-B6CE-23B17551F609}" dt="2024-02-09T18:42:14.698" v="6727" actId="478"/>
          <ac:picMkLst>
            <pc:docMk/>
            <pc:sldMk cId="2792624482" sldId="257"/>
            <ac:picMk id="15" creationId="{6661DE68-1C20-9A96-CA39-1501671014F8}"/>
          </ac:picMkLst>
        </pc:picChg>
        <pc:picChg chg="add del mod modCrop">
          <ac:chgData name="Leidy Franco" userId="b6780863-cd17-4689-a1fd-e0669fcf8335" providerId="ADAL" clId="{72792100-9B1C-4F25-B6CE-23B17551F609}" dt="2024-05-21T22:14:08.503" v="12422" actId="478"/>
          <ac:picMkLst>
            <pc:docMk/>
            <pc:sldMk cId="2792624482" sldId="257"/>
            <ac:picMk id="15" creationId="{6680E135-7DC9-2F4D-0903-C27E93BCC3D1}"/>
          </ac:picMkLst>
        </pc:picChg>
        <pc:picChg chg="add del mod modCrop">
          <ac:chgData name="Leidy Franco" userId="b6780863-cd17-4689-a1fd-e0669fcf8335" providerId="ADAL" clId="{72792100-9B1C-4F25-B6CE-23B17551F609}" dt="2023-10-20T16:17:11.012" v="3362" actId="478"/>
          <ac:picMkLst>
            <pc:docMk/>
            <pc:sldMk cId="2792624482" sldId="257"/>
            <ac:picMk id="15" creationId="{78594305-F007-DA36-3522-6A3163E03093}"/>
          </ac:picMkLst>
        </pc:picChg>
        <pc:picChg chg="add del mod modCrop">
          <ac:chgData name="Leidy Franco" userId="b6780863-cd17-4689-a1fd-e0669fcf8335" providerId="ADAL" clId="{72792100-9B1C-4F25-B6CE-23B17551F609}" dt="2024-03-05T15:29:50.516" v="7460" actId="478"/>
          <ac:picMkLst>
            <pc:docMk/>
            <pc:sldMk cId="2792624482" sldId="257"/>
            <ac:picMk id="15" creationId="{7A938E80-8FBF-BDFB-9FB1-FD3F9DD70495}"/>
          </ac:picMkLst>
        </pc:picChg>
        <pc:picChg chg="add del mod modCrop">
          <ac:chgData name="Leidy Franco" userId="b6780863-cd17-4689-a1fd-e0669fcf8335" providerId="ADAL" clId="{72792100-9B1C-4F25-B6CE-23B17551F609}" dt="2024-04-02T19:27:15.846" v="9074" actId="478"/>
          <ac:picMkLst>
            <pc:docMk/>
            <pc:sldMk cId="2792624482" sldId="257"/>
            <ac:picMk id="15" creationId="{9167B7D3-96A8-6443-C3BD-4D171ED1DACB}"/>
          </ac:picMkLst>
        </pc:picChg>
        <pc:picChg chg="add del mod modCrop">
          <ac:chgData name="Leidy Franco" userId="b6780863-cd17-4689-a1fd-e0669fcf8335" providerId="ADAL" clId="{72792100-9B1C-4F25-B6CE-23B17551F609}" dt="2023-11-22T23:16:43.772" v="4855" actId="478"/>
          <ac:picMkLst>
            <pc:docMk/>
            <pc:sldMk cId="2792624482" sldId="257"/>
            <ac:picMk id="15" creationId="{A896AD0F-01B8-CFB9-EF71-0C9B1239E2F2}"/>
          </ac:picMkLst>
        </pc:picChg>
        <pc:picChg chg="add del mod modCrop">
          <ac:chgData name="Leidy Franco" userId="b6780863-cd17-4689-a1fd-e0669fcf8335" providerId="ADAL" clId="{72792100-9B1C-4F25-B6CE-23B17551F609}" dt="2023-11-09T15:21:30.385" v="3917" actId="478"/>
          <ac:picMkLst>
            <pc:docMk/>
            <pc:sldMk cId="2792624482" sldId="257"/>
            <ac:picMk id="15" creationId="{BBC0820E-D4F2-F6B7-E7FE-57962ABA9DA0}"/>
          </ac:picMkLst>
        </pc:picChg>
        <pc:picChg chg="add del mod modCrop">
          <ac:chgData name="Leidy Franco" userId="b6780863-cd17-4689-a1fd-e0669fcf8335" providerId="ADAL" clId="{72792100-9B1C-4F25-B6CE-23B17551F609}" dt="2024-05-08T22:42:26.404" v="10895" actId="478"/>
          <ac:picMkLst>
            <pc:docMk/>
            <pc:sldMk cId="2792624482" sldId="257"/>
            <ac:picMk id="15" creationId="{CD71A330-8F29-5761-5307-9AFCD0532928}"/>
          </ac:picMkLst>
        </pc:picChg>
        <pc:picChg chg="add del mod modCrop">
          <ac:chgData name="Leidy Franco" userId="b6780863-cd17-4689-a1fd-e0669fcf8335" providerId="ADAL" clId="{72792100-9B1C-4F25-B6CE-23B17551F609}" dt="2024-05-17T16:39:24.540" v="11353" actId="478"/>
          <ac:picMkLst>
            <pc:docMk/>
            <pc:sldMk cId="2792624482" sldId="257"/>
            <ac:picMk id="15" creationId="{E89F9A05-8800-8005-3996-E1894E4F5EFD}"/>
          </ac:picMkLst>
        </pc:picChg>
        <pc:picChg chg="add del mod modCrop">
          <ac:chgData name="Leidy Franco" userId="b6780863-cd17-4689-a1fd-e0669fcf8335" providerId="ADAL" clId="{72792100-9B1C-4F25-B6CE-23B17551F609}" dt="2023-12-01T16:16:31.240" v="5334" actId="478"/>
          <ac:picMkLst>
            <pc:docMk/>
            <pc:sldMk cId="2792624482" sldId="257"/>
            <ac:picMk id="15" creationId="{ED8C4300-C622-544F-CB50-506346D621A6}"/>
          </ac:picMkLst>
        </pc:picChg>
        <pc:picChg chg="add del mod modCrop">
          <ac:chgData name="Leidy Franco" userId="b6780863-cd17-4689-a1fd-e0669fcf8335" providerId="ADAL" clId="{72792100-9B1C-4F25-B6CE-23B17551F609}" dt="2023-09-26T18:43:54.499" v="501" actId="478"/>
          <ac:picMkLst>
            <pc:docMk/>
            <pc:sldMk cId="2792624482" sldId="257"/>
            <ac:picMk id="16" creationId="{C8DDE957-E080-46EC-B757-1B31442A7808}"/>
          </ac:picMkLst>
        </pc:picChg>
        <pc:picChg chg="add del mod modCrop">
          <ac:chgData name="Leidy Franco" userId="b6780863-cd17-4689-a1fd-e0669fcf8335" providerId="ADAL" clId="{72792100-9B1C-4F25-B6CE-23B17551F609}" dt="2024-04-03T15:27:52.537" v="9159" actId="478"/>
          <ac:picMkLst>
            <pc:docMk/>
            <pc:sldMk cId="2792624482" sldId="257"/>
            <ac:picMk id="17" creationId="{0FD9898A-6E85-280B-8CBF-D8052746EF5D}"/>
          </ac:picMkLst>
        </pc:picChg>
        <pc:picChg chg="add del mod modCrop">
          <ac:chgData name="Leidy Franco" userId="b6780863-cd17-4689-a1fd-e0669fcf8335" providerId="ADAL" clId="{72792100-9B1C-4F25-B6CE-23B17551F609}" dt="2024-02-09T18:44:06.762" v="6782" actId="478"/>
          <ac:picMkLst>
            <pc:docMk/>
            <pc:sldMk cId="2792624482" sldId="257"/>
            <ac:picMk id="17" creationId="{1AD74A32-C09D-F146-56E3-5763BA924B58}"/>
          </ac:picMkLst>
        </pc:picChg>
        <pc:picChg chg="add del mod modCrop">
          <ac:chgData name="Leidy Franco" userId="b6780863-cd17-4689-a1fd-e0669fcf8335" providerId="ADAL" clId="{72792100-9B1C-4F25-B6CE-23B17551F609}" dt="2024-03-11T18:17:19.228" v="8172" actId="478"/>
          <ac:picMkLst>
            <pc:docMk/>
            <pc:sldMk cId="2792624482" sldId="257"/>
            <ac:picMk id="17" creationId="{4F17AA20-B954-C2F8-724B-98D48CFE64DA}"/>
          </ac:picMkLst>
        </pc:picChg>
        <pc:picChg chg="add del mod modCrop">
          <ac:chgData name="Leidy Franco" userId="b6780863-cd17-4689-a1fd-e0669fcf8335" providerId="ADAL" clId="{72792100-9B1C-4F25-B6CE-23B17551F609}" dt="2023-10-20T16:23:14.286" v="3400" actId="478"/>
          <ac:picMkLst>
            <pc:docMk/>
            <pc:sldMk cId="2792624482" sldId="257"/>
            <ac:picMk id="17" creationId="{8140C1B6-4993-23C9-5776-37F25A031581}"/>
          </ac:picMkLst>
        </pc:picChg>
        <pc:picChg chg="add del mod modCrop">
          <ac:chgData name="Leidy Franco" userId="b6780863-cd17-4689-a1fd-e0669fcf8335" providerId="ADAL" clId="{72792100-9B1C-4F25-B6CE-23B17551F609}" dt="2023-11-28T17:48:43.293" v="4896" actId="478"/>
          <ac:picMkLst>
            <pc:docMk/>
            <pc:sldMk cId="2792624482" sldId="257"/>
            <ac:picMk id="17" creationId="{B5D818D3-A80B-BB1A-CBAB-48905859EB0A}"/>
          </ac:picMkLst>
        </pc:picChg>
        <pc:picChg chg="add del mod">
          <ac:chgData name="Leidy Franco" userId="b6780863-cd17-4689-a1fd-e0669fcf8335" providerId="ADAL" clId="{72792100-9B1C-4F25-B6CE-23B17551F609}" dt="2023-09-26T19:22:15.660" v="863" actId="478"/>
          <ac:picMkLst>
            <pc:docMk/>
            <pc:sldMk cId="2792624482" sldId="257"/>
            <ac:picMk id="17" creationId="{BE783BCE-F0B9-51B8-1F07-C1A3C521A751}"/>
          </ac:picMkLst>
        </pc:picChg>
        <pc:picChg chg="add del mod modCrop">
          <ac:chgData name="Leidy Franco" userId="b6780863-cd17-4689-a1fd-e0669fcf8335" providerId="ADAL" clId="{72792100-9B1C-4F25-B6CE-23B17551F609}" dt="2023-12-08T16:43:51.502" v="5807" actId="478"/>
          <ac:picMkLst>
            <pc:docMk/>
            <pc:sldMk cId="2792624482" sldId="257"/>
            <ac:picMk id="17" creationId="{E5C439CA-5C8B-7F81-3CE2-370AA76D4063}"/>
          </ac:picMkLst>
        </pc:picChg>
        <pc:picChg chg="add del mod modCrop">
          <ac:chgData name="Leidy Franco" userId="b6780863-cd17-4689-a1fd-e0669fcf8335" providerId="ADAL" clId="{72792100-9B1C-4F25-B6CE-23B17551F609}" dt="2023-12-05T18:19:26.956" v="5349" actId="478"/>
          <ac:picMkLst>
            <pc:docMk/>
            <pc:sldMk cId="2792624482" sldId="257"/>
            <ac:picMk id="17" creationId="{EF2487DA-7CC4-09BB-FE37-39AAAD333A30}"/>
          </ac:picMkLst>
        </pc:picChg>
        <pc:picChg chg="add del mod modCrop">
          <ac:chgData name="Leidy Franco" userId="b6780863-cd17-4689-a1fd-e0669fcf8335" providerId="ADAL" clId="{72792100-9B1C-4F25-B6CE-23B17551F609}" dt="2023-10-26T19:33:42.651" v="3451" actId="478"/>
          <ac:picMkLst>
            <pc:docMk/>
            <pc:sldMk cId="2792624482" sldId="257"/>
            <ac:picMk id="19" creationId="{6308B8AB-C13D-30F8-7582-8C2A91970D6C}"/>
          </ac:picMkLst>
        </pc:picChg>
        <pc:picChg chg="add del mod modCrop">
          <ac:chgData name="Leidy Franco" userId="b6780863-cd17-4689-a1fd-e0669fcf8335" providerId="ADAL" clId="{72792100-9B1C-4F25-B6CE-23B17551F609}" dt="2023-09-26T19:29:39.389" v="951" actId="478"/>
          <ac:picMkLst>
            <pc:docMk/>
            <pc:sldMk cId="2792624482" sldId="257"/>
            <ac:picMk id="19" creationId="{99B634D5-AB3A-923F-97AA-8B9092E33841}"/>
          </ac:picMkLst>
        </pc:picChg>
        <pc:picChg chg="add del mod modCrop">
          <ac:chgData name="Leidy Franco" userId="b6780863-cd17-4689-a1fd-e0669fcf8335" providerId="ADAL" clId="{72792100-9B1C-4F25-B6CE-23B17551F609}" dt="2023-12-08T19:57:04.647" v="5823" actId="478"/>
          <ac:picMkLst>
            <pc:docMk/>
            <pc:sldMk cId="2792624482" sldId="257"/>
            <ac:picMk id="19" creationId="{C9B0FB8D-E285-E58E-124D-B2AC10489B65}"/>
          </ac:picMkLst>
        </pc:picChg>
        <pc:picChg chg="add del mod modCrop">
          <ac:chgData name="Leidy Franco" userId="b6780863-cd17-4689-a1fd-e0669fcf8335" providerId="ADAL" clId="{72792100-9B1C-4F25-B6CE-23B17551F609}" dt="2024-02-15T15:59:54.199" v="6880" actId="478"/>
          <ac:picMkLst>
            <pc:docMk/>
            <pc:sldMk cId="2792624482" sldId="257"/>
            <ac:picMk id="19" creationId="{E72A0C8B-7E35-8E49-F689-4D9C750B95CE}"/>
          </ac:picMkLst>
        </pc:picChg>
        <pc:picChg chg="add del mod modCrop">
          <ac:chgData name="Leidy Franco" userId="b6780863-cd17-4689-a1fd-e0669fcf8335" providerId="ADAL" clId="{72792100-9B1C-4F25-B6CE-23B17551F609}" dt="2023-09-26T19:35:17.312" v="1031" actId="478"/>
          <ac:picMkLst>
            <pc:docMk/>
            <pc:sldMk cId="2792624482" sldId="257"/>
            <ac:picMk id="21" creationId="{6EAC193E-6819-0C9C-46B9-6623FB64D4C4}"/>
          </ac:picMkLst>
        </pc:picChg>
        <pc:picChg chg="add del mod modCrop">
          <ac:chgData name="Leidy Franco" userId="b6780863-cd17-4689-a1fd-e0669fcf8335" providerId="ADAL" clId="{72792100-9B1C-4F25-B6CE-23B17551F609}" dt="2023-09-26T19:40:16.923" v="1076" actId="478"/>
          <ac:picMkLst>
            <pc:docMk/>
            <pc:sldMk cId="2792624482" sldId="257"/>
            <ac:picMk id="23" creationId="{2ED9B388-FE18-894F-E32A-29580197ADAA}"/>
          </ac:picMkLst>
        </pc:picChg>
        <pc:picChg chg="add del mod modCrop">
          <ac:chgData name="Leidy Franco" userId="b6780863-cd17-4689-a1fd-e0669fcf8335" providerId="ADAL" clId="{72792100-9B1C-4F25-B6CE-23B17551F609}" dt="2023-09-26T19:47:47.786" v="1117" actId="478"/>
          <ac:picMkLst>
            <pc:docMk/>
            <pc:sldMk cId="2792624482" sldId="257"/>
            <ac:picMk id="25" creationId="{FD4C1DF9-8561-6428-1D6E-37EA5DD99E2E}"/>
          </ac:picMkLst>
        </pc:picChg>
        <pc:picChg chg="add del mod modCrop">
          <ac:chgData name="Leidy Franco" userId="b6780863-cd17-4689-a1fd-e0669fcf8335" providerId="ADAL" clId="{72792100-9B1C-4F25-B6CE-23B17551F609}" dt="2023-09-26T19:50:59.868" v="1158" actId="478"/>
          <ac:picMkLst>
            <pc:docMk/>
            <pc:sldMk cId="2792624482" sldId="257"/>
            <ac:picMk id="27" creationId="{BEE67F87-824B-899D-C03F-AB0201BDEB03}"/>
          </ac:picMkLst>
        </pc:picChg>
        <pc:picChg chg="add del mod modCrop">
          <ac:chgData name="Leidy Franco" userId="b6780863-cd17-4689-a1fd-e0669fcf8335" providerId="ADAL" clId="{72792100-9B1C-4F25-B6CE-23B17551F609}" dt="2023-09-26T19:53:05.776" v="1212" actId="478"/>
          <ac:picMkLst>
            <pc:docMk/>
            <pc:sldMk cId="2792624482" sldId="257"/>
            <ac:picMk id="29" creationId="{AA83B3D6-D514-46E3-45AE-373905C82A1B}"/>
          </ac:picMkLst>
        </pc:picChg>
        <pc:picChg chg="add del mod modCrop">
          <ac:chgData name="Leidy Franco" userId="b6780863-cd17-4689-a1fd-e0669fcf8335" providerId="ADAL" clId="{72792100-9B1C-4F25-B6CE-23B17551F609}" dt="2023-09-26T19:54:59.225" v="1255" actId="478"/>
          <ac:picMkLst>
            <pc:docMk/>
            <pc:sldMk cId="2792624482" sldId="257"/>
            <ac:picMk id="31" creationId="{B11E8C37-FAC9-D59C-657D-7690C2946082}"/>
          </ac:picMkLst>
        </pc:picChg>
        <pc:picChg chg="add del mod modCrop">
          <ac:chgData name="Leidy Franco" userId="b6780863-cd17-4689-a1fd-e0669fcf8335" providerId="ADAL" clId="{72792100-9B1C-4F25-B6CE-23B17551F609}" dt="2023-09-26T19:56:31.414" v="1290" actId="478"/>
          <ac:picMkLst>
            <pc:docMk/>
            <pc:sldMk cId="2792624482" sldId="257"/>
            <ac:picMk id="33" creationId="{9521915A-4B2F-6ABA-A9CE-AADD1A1F8E4D}"/>
          </ac:picMkLst>
        </pc:picChg>
        <pc:picChg chg="add del mod modCrop">
          <ac:chgData name="Leidy Franco" userId="b6780863-cd17-4689-a1fd-e0669fcf8335" providerId="ADAL" clId="{72792100-9B1C-4F25-B6CE-23B17551F609}" dt="2023-09-26T19:59:38.076" v="1346" actId="478"/>
          <ac:picMkLst>
            <pc:docMk/>
            <pc:sldMk cId="2792624482" sldId="257"/>
            <ac:picMk id="35" creationId="{401FEA88-B1C2-4415-D293-A93DB17FB1F1}"/>
          </ac:picMkLst>
        </pc:picChg>
        <pc:picChg chg="add del mod modCrop">
          <ac:chgData name="Leidy Franco" userId="b6780863-cd17-4689-a1fd-e0669fcf8335" providerId="ADAL" clId="{72792100-9B1C-4F25-B6CE-23B17551F609}" dt="2023-09-26T20:01:22.952" v="1389" actId="478"/>
          <ac:picMkLst>
            <pc:docMk/>
            <pc:sldMk cId="2792624482" sldId="257"/>
            <ac:picMk id="37" creationId="{D61BD116-4602-2170-F1C8-40DBFA4642C9}"/>
          </ac:picMkLst>
        </pc:picChg>
        <pc:picChg chg="add del mod modCrop">
          <ac:chgData name="Leidy Franco" userId="b6780863-cd17-4689-a1fd-e0669fcf8335" providerId="ADAL" clId="{72792100-9B1C-4F25-B6CE-23B17551F609}" dt="2023-09-26T20:03:03.562" v="1449" actId="478"/>
          <ac:picMkLst>
            <pc:docMk/>
            <pc:sldMk cId="2792624482" sldId="257"/>
            <ac:picMk id="39" creationId="{AE803FDF-47CF-A594-2132-D0FC3741E281}"/>
          </ac:picMkLst>
        </pc:picChg>
        <pc:picChg chg="add del mod modCrop">
          <ac:chgData name="Leidy Franco" userId="b6780863-cd17-4689-a1fd-e0669fcf8335" providerId="ADAL" clId="{72792100-9B1C-4F25-B6CE-23B17551F609}" dt="2023-09-26T20:05:10.794" v="1504" actId="478"/>
          <ac:picMkLst>
            <pc:docMk/>
            <pc:sldMk cId="2792624482" sldId="257"/>
            <ac:picMk id="41" creationId="{4394BD88-630F-16D4-0102-65EE6DBEDF5F}"/>
          </ac:picMkLst>
        </pc:picChg>
        <pc:picChg chg="add del mod modCrop">
          <ac:chgData name="Leidy Franco" userId="b6780863-cd17-4689-a1fd-e0669fcf8335" providerId="ADAL" clId="{72792100-9B1C-4F25-B6CE-23B17551F609}" dt="2023-09-26T21:04:44.028" v="1561" actId="478"/>
          <ac:picMkLst>
            <pc:docMk/>
            <pc:sldMk cId="2792624482" sldId="257"/>
            <ac:picMk id="43" creationId="{3102B540-206F-50E8-1CB1-9A415E1B3985}"/>
          </ac:picMkLst>
        </pc:picChg>
        <pc:picChg chg="add del mod modCrop">
          <ac:chgData name="Leidy Franco" userId="b6780863-cd17-4689-a1fd-e0669fcf8335" providerId="ADAL" clId="{72792100-9B1C-4F25-B6CE-23B17551F609}" dt="2023-09-26T21:08:21.575" v="1603" actId="478"/>
          <ac:picMkLst>
            <pc:docMk/>
            <pc:sldMk cId="2792624482" sldId="257"/>
            <ac:picMk id="45" creationId="{BBA62AF7-E8F4-729C-06BF-24C0909FED9F}"/>
          </ac:picMkLst>
        </pc:picChg>
        <pc:picChg chg="add del mod modCrop">
          <ac:chgData name="Leidy Franco" userId="b6780863-cd17-4689-a1fd-e0669fcf8335" providerId="ADAL" clId="{72792100-9B1C-4F25-B6CE-23B17551F609}" dt="2023-09-26T21:10:06.571" v="1650" actId="478"/>
          <ac:picMkLst>
            <pc:docMk/>
            <pc:sldMk cId="2792624482" sldId="257"/>
            <ac:picMk id="47" creationId="{E9E6AFBA-EC7D-D631-85AD-5637372E404C}"/>
          </ac:picMkLst>
        </pc:picChg>
        <pc:picChg chg="add del mod modCrop">
          <ac:chgData name="Leidy Franco" userId="b6780863-cd17-4689-a1fd-e0669fcf8335" providerId="ADAL" clId="{72792100-9B1C-4F25-B6CE-23B17551F609}" dt="2023-09-26T21:12:34.055" v="1711" actId="478"/>
          <ac:picMkLst>
            <pc:docMk/>
            <pc:sldMk cId="2792624482" sldId="257"/>
            <ac:picMk id="49" creationId="{783776ED-0AE0-7A30-1FA7-75538C16F6BE}"/>
          </ac:picMkLst>
        </pc:picChg>
        <pc:picChg chg="add del mod modCrop">
          <ac:chgData name="Leidy Franco" userId="b6780863-cd17-4689-a1fd-e0669fcf8335" providerId="ADAL" clId="{72792100-9B1C-4F25-B6CE-23B17551F609}" dt="2023-09-26T21:21:08.223" v="1785" actId="478"/>
          <ac:picMkLst>
            <pc:docMk/>
            <pc:sldMk cId="2792624482" sldId="257"/>
            <ac:picMk id="51" creationId="{07B4F943-D111-55ED-0EAC-840AFCC0B9B5}"/>
          </ac:picMkLst>
        </pc:picChg>
        <pc:picChg chg="add del mod modCrop">
          <ac:chgData name="Leidy Franco" userId="b6780863-cd17-4689-a1fd-e0669fcf8335" providerId="ADAL" clId="{72792100-9B1C-4F25-B6CE-23B17551F609}" dt="2023-09-26T21:39:41.044" v="1852" actId="478"/>
          <ac:picMkLst>
            <pc:docMk/>
            <pc:sldMk cId="2792624482" sldId="257"/>
            <ac:picMk id="53" creationId="{ABE7744E-AB78-516A-4C73-923A34092723}"/>
          </ac:picMkLst>
        </pc:picChg>
        <pc:picChg chg="add del mod modCrop">
          <ac:chgData name="Leidy Franco" userId="b6780863-cd17-4689-a1fd-e0669fcf8335" providerId="ADAL" clId="{72792100-9B1C-4F25-B6CE-23B17551F609}" dt="2023-09-26T21:43:15.950" v="1894" actId="478"/>
          <ac:picMkLst>
            <pc:docMk/>
            <pc:sldMk cId="2792624482" sldId="257"/>
            <ac:picMk id="55" creationId="{F2B28CBC-D636-9A89-D781-91703BA2F52B}"/>
          </ac:picMkLst>
        </pc:picChg>
        <pc:picChg chg="add del mod modCrop">
          <ac:chgData name="Leidy Franco" userId="b6780863-cd17-4689-a1fd-e0669fcf8335" providerId="ADAL" clId="{72792100-9B1C-4F25-B6CE-23B17551F609}" dt="2023-09-26T21:46:13.011" v="1940" actId="478"/>
          <ac:picMkLst>
            <pc:docMk/>
            <pc:sldMk cId="2792624482" sldId="257"/>
            <ac:picMk id="57" creationId="{74F6CAB5-4428-58A7-EEAE-18B0F71B15F8}"/>
          </ac:picMkLst>
        </pc:picChg>
        <pc:picChg chg="add del mod modCrop">
          <ac:chgData name="Leidy Franco" userId="b6780863-cd17-4689-a1fd-e0669fcf8335" providerId="ADAL" clId="{72792100-9B1C-4F25-B6CE-23B17551F609}" dt="2023-09-26T21:53:05.685" v="1990" actId="478"/>
          <ac:picMkLst>
            <pc:docMk/>
            <pc:sldMk cId="2792624482" sldId="257"/>
            <ac:picMk id="59" creationId="{5C23700C-2DBC-C6BC-20A1-CDC291B9C822}"/>
          </ac:picMkLst>
        </pc:picChg>
        <pc:picChg chg="add del mod modCrop">
          <ac:chgData name="Leidy Franco" userId="b6780863-cd17-4689-a1fd-e0669fcf8335" providerId="ADAL" clId="{72792100-9B1C-4F25-B6CE-23B17551F609}" dt="2023-09-26T21:55:04.150" v="2028" actId="478"/>
          <ac:picMkLst>
            <pc:docMk/>
            <pc:sldMk cId="2792624482" sldId="257"/>
            <ac:picMk id="61" creationId="{5609EDA3-89CF-1801-2A66-B3ACC9659423}"/>
          </ac:picMkLst>
        </pc:picChg>
        <pc:picChg chg="add del mod modCrop">
          <ac:chgData name="Leidy Franco" userId="b6780863-cd17-4689-a1fd-e0669fcf8335" providerId="ADAL" clId="{72792100-9B1C-4F25-B6CE-23B17551F609}" dt="2023-09-26T22:01:20.371" v="2100" actId="478"/>
          <ac:picMkLst>
            <pc:docMk/>
            <pc:sldMk cId="2792624482" sldId="257"/>
            <ac:picMk id="63" creationId="{BAB69FFB-4909-2286-D3D3-A18E9F31B7BC}"/>
          </ac:picMkLst>
        </pc:picChg>
        <pc:picChg chg="add del mod modCrop">
          <ac:chgData name="Leidy Franco" userId="b6780863-cd17-4689-a1fd-e0669fcf8335" providerId="ADAL" clId="{72792100-9B1C-4F25-B6CE-23B17551F609}" dt="2023-09-26T22:07:05.143" v="2164" actId="478"/>
          <ac:picMkLst>
            <pc:docMk/>
            <pc:sldMk cId="2792624482" sldId="257"/>
            <ac:picMk id="65" creationId="{B82C4F70-EF3C-83AD-F657-23DBAFDA3025}"/>
          </ac:picMkLst>
        </pc:picChg>
        <pc:picChg chg="add del mod modCrop">
          <ac:chgData name="Leidy Franco" userId="b6780863-cd17-4689-a1fd-e0669fcf8335" providerId="ADAL" clId="{72792100-9B1C-4F25-B6CE-23B17551F609}" dt="2023-09-26T22:09:11.214" v="2200" actId="478"/>
          <ac:picMkLst>
            <pc:docMk/>
            <pc:sldMk cId="2792624482" sldId="257"/>
            <ac:picMk id="67" creationId="{2D9B6963-E38F-E347-D12E-9778BACC6DD1}"/>
          </ac:picMkLst>
        </pc:picChg>
        <pc:picChg chg="add del mod modCrop">
          <ac:chgData name="Leidy Franco" userId="b6780863-cd17-4689-a1fd-e0669fcf8335" providerId="ADAL" clId="{72792100-9B1C-4F25-B6CE-23B17551F609}" dt="2023-09-26T22:14:28.581" v="2250" actId="478"/>
          <ac:picMkLst>
            <pc:docMk/>
            <pc:sldMk cId="2792624482" sldId="257"/>
            <ac:picMk id="69" creationId="{6482AA17-AB91-5117-EFCB-4C93C5C8A40D}"/>
          </ac:picMkLst>
        </pc:picChg>
        <pc:picChg chg="add del mod modCrop">
          <ac:chgData name="Leidy Franco" userId="b6780863-cd17-4689-a1fd-e0669fcf8335" providerId="ADAL" clId="{72792100-9B1C-4F25-B6CE-23B17551F609}" dt="2023-09-26T22:17:23.404" v="2313" actId="478"/>
          <ac:picMkLst>
            <pc:docMk/>
            <pc:sldMk cId="2792624482" sldId="257"/>
            <ac:picMk id="71" creationId="{143FE823-8995-C667-1DE5-0DF5F67DAAEB}"/>
          </ac:picMkLst>
        </pc:picChg>
        <pc:picChg chg="add del mod">
          <ac:chgData name="Leidy Franco" userId="b6780863-cd17-4689-a1fd-e0669fcf8335" providerId="ADAL" clId="{72792100-9B1C-4F25-B6CE-23B17551F609}" dt="2023-09-26T22:17:39.006" v="2315" actId="478"/>
          <ac:picMkLst>
            <pc:docMk/>
            <pc:sldMk cId="2792624482" sldId="257"/>
            <ac:picMk id="73" creationId="{E86F97DC-8722-5FFE-D649-94EC83C1722D}"/>
          </ac:picMkLst>
        </pc:picChg>
        <pc:picChg chg="add del mod modCrop">
          <ac:chgData name="Leidy Franco" userId="b6780863-cd17-4689-a1fd-e0669fcf8335" providerId="ADAL" clId="{72792100-9B1C-4F25-B6CE-23B17551F609}" dt="2023-09-26T22:25:02.388" v="2354" actId="478"/>
          <ac:picMkLst>
            <pc:docMk/>
            <pc:sldMk cId="2792624482" sldId="257"/>
            <ac:picMk id="75" creationId="{0E57661B-9DDB-453E-D451-EF15E3AD18DB}"/>
          </ac:picMkLst>
        </pc:picChg>
        <pc:picChg chg="add del mod">
          <ac:chgData name="Leidy Franco" userId="b6780863-cd17-4689-a1fd-e0669fcf8335" providerId="ADAL" clId="{72792100-9B1C-4F25-B6CE-23B17551F609}" dt="2023-10-02T19:52:38.370" v="2356" actId="478"/>
          <ac:picMkLst>
            <pc:docMk/>
            <pc:sldMk cId="2792624482" sldId="257"/>
            <ac:picMk id="77" creationId="{C40FF719-6B1A-FBC7-0C00-424A04BD34E5}"/>
          </ac:picMkLst>
        </pc:picChg>
      </pc:sldChg>
      <pc:sldChg chg="addSp modSp mod">
        <pc:chgData name="Leidy Franco" userId="b6780863-cd17-4689-a1fd-e0669fcf8335" providerId="ADAL" clId="{72792100-9B1C-4F25-B6CE-23B17551F609}" dt="2024-05-21T22:16:49.791" v="12526" actId="20577"/>
        <pc:sldMkLst>
          <pc:docMk/>
          <pc:sldMk cId="3987381298" sldId="258"/>
        </pc:sldMkLst>
        <pc:spChg chg="mod">
          <ac:chgData name="Leidy Franco" userId="b6780863-cd17-4689-a1fd-e0669fcf8335" providerId="ADAL" clId="{72792100-9B1C-4F25-B6CE-23B17551F609}" dt="2024-05-21T22:16:23.571" v="12511"/>
          <ac:spMkLst>
            <pc:docMk/>
            <pc:sldMk cId="3987381298" sldId="258"/>
            <ac:spMk id="2" creationId="{DC494F03-4883-00F2-FF89-3562FD126C3F}"/>
          </ac:spMkLst>
        </pc:spChg>
        <pc:spChg chg="add mod">
          <ac:chgData name="Leidy Franco" userId="b6780863-cd17-4689-a1fd-e0669fcf8335" providerId="ADAL" clId="{72792100-9B1C-4F25-B6CE-23B17551F609}" dt="2024-05-20T23:07:03.626" v="12019"/>
          <ac:spMkLst>
            <pc:docMk/>
            <pc:sldMk cId="3987381298" sldId="258"/>
            <ac:spMk id="4" creationId="{48FDBB56-D820-40C0-6B9E-4925CF92BFC3}"/>
          </ac:spMkLst>
        </pc:spChg>
        <pc:spChg chg="mod">
          <ac:chgData name="Leidy Franco" userId="b6780863-cd17-4689-a1fd-e0669fcf8335" providerId="ADAL" clId="{72792100-9B1C-4F25-B6CE-23B17551F609}" dt="2024-05-21T22:16:49.791" v="12526" actId="20577"/>
          <ac:spMkLst>
            <pc:docMk/>
            <pc:sldMk cId="3987381298" sldId="258"/>
            <ac:spMk id="6" creationId="{4747FD47-7E33-30C6-82C6-2276415BE127}"/>
          </ac:spMkLst>
        </pc:spChg>
        <pc:spChg chg="mod">
          <ac:chgData name="Leidy Franco" userId="b6780863-cd17-4689-a1fd-e0669fcf8335" providerId="ADAL" clId="{72792100-9B1C-4F25-B6CE-23B17551F609}" dt="2024-05-21T22:16:28.829" v="12512"/>
          <ac:spMkLst>
            <pc:docMk/>
            <pc:sldMk cId="3987381298" sldId="258"/>
            <ac:spMk id="9" creationId="{CB6AA3FE-723E-95A2-5288-9CF129750809}"/>
          </ac:spMkLst>
        </pc:spChg>
        <pc:graphicFrameChg chg="add mod">
          <ac:chgData name="Leidy Franco" userId="b6780863-cd17-4689-a1fd-e0669fcf8335" providerId="ADAL" clId="{72792100-9B1C-4F25-B6CE-23B17551F609}" dt="2024-05-20T23:07:01.451" v="12018"/>
          <ac:graphicFrameMkLst>
            <pc:docMk/>
            <pc:sldMk cId="3987381298" sldId="258"/>
            <ac:graphicFrameMk id="3" creationId="{09DA8645-04D6-DFC5-3792-C0EF44B45178}"/>
          </ac:graphicFrameMkLst>
        </pc:graphicFrameChg>
      </pc:sldChg>
      <pc:sldChg chg="new del">
        <pc:chgData name="Leidy Franco" userId="b6780863-cd17-4689-a1fd-e0669fcf8335" providerId="ADAL" clId="{72792100-9B1C-4F25-B6CE-23B17551F609}" dt="2023-12-12T21:44:44.985" v="6015" actId="47"/>
        <pc:sldMkLst>
          <pc:docMk/>
          <pc:sldMk cId="173504955" sldId="259"/>
        </pc:sldMkLst>
      </pc:sldChg>
      <pc:sldChg chg="new del">
        <pc:chgData name="Leidy Franco" userId="b6780863-cd17-4689-a1fd-e0669fcf8335" providerId="ADAL" clId="{72792100-9B1C-4F25-B6CE-23B17551F609}" dt="2024-03-26T21:49:59.475" v="8501" actId="47"/>
        <pc:sldMkLst>
          <pc:docMk/>
          <pc:sldMk cId="2210949107" sldId="259"/>
        </pc:sldMkLst>
      </pc:sldChg>
      <pc:sldChg chg="new del">
        <pc:chgData name="Leidy Franco" userId="b6780863-cd17-4689-a1fd-e0669fcf8335" providerId="ADAL" clId="{72792100-9B1C-4F25-B6CE-23B17551F609}" dt="2024-03-26T23:09:18.176" v="8774" actId="47"/>
        <pc:sldMkLst>
          <pc:docMk/>
          <pc:sldMk cId="2558895546" sldId="259"/>
        </pc:sldMkLst>
      </pc:sldChg>
      <pc:sldChg chg="new del">
        <pc:chgData name="Leidy Franco" userId="b6780863-cd17-4689-a1fd-e0669fcf8335" providerId="ADAL" clId="{72792100-9B1C-4F25-B6CE-23B17551F609}" dt="2023-12-12T21:46:22.711" v="6024" actId="47"/>
        <pc:sldMkLst>
          <pc:docMk/>
          <pc:sldMk cId="3117723268" sldId="259"/>
        </pc:sldMkLst>
      </pc:sldChg>
      <pc:sldChg chg="new del">
        <pc:chgData name="Leidy Franco" userId="b6780863-cd17-4689-a1fd-e0669fcf8335" providerId="ADAL" clId="{72792100-9B1C-4F25-B6CE-23B17551F609}" dt="2024-05-02T23:05:32.753" v="10065" actId="47"/>
        <pc:sldMkLst>
          <pc:docMk/>
          <pc:sldMk cId="4159858607" sldId="259"/>
        </pc:sldMkLst>
      </pc:sldChg>
      <pc:sldChg chg="new del">
        <pc:chgData name="Leidy Franco" userId="b6780863-cd17-4689-a1fd-e0669fcf8335" providerId="ADAL" clId="{72792100-9B1C-4F25-B6CE-23B17551F609}" dt="2024-05-02T23:05:29.782" v="10064" actId="47"/>
        <pc:sldMkLst>
          <pc:docMk/>
          <pc:sldMk cId="110072548" sldId="260"/>
        </pc:sldMkLst>
      </pc:sldChg>
      <pc:sldMasterChg chg="modSp modSldLayout">
        <pc:chgData name="Leidy Franco" userId="b6780863-cd17-4689-a1fd-e0669fcf8335" providerId="ADAL" clId="{72792100-9B1C-4F25-B6CE-23B17551F609}" dt="2023-09-21T17:59:42.493" v="5" actId="14100"/>
        <pc:sldMasterMkLst>
          <pc:docMk/>
          <pc:sldMasterMk cId="3280880061" sldId="2147483660"/>
        </pc:sldMasterMkLst>
        <pc:spChg chg="mod">
          <ac:chgData name="Leidy Franco" userId="b6780863-cd17-4689-a1fd-e0669fcf8335" providerId="ADAL" clId="{72792100-9B1C-4F25-B6CE-23B17551F609}" dt="2023-09-21T17:59:35.803" v="3"/>
          <ac:spMkLst>
            <pc:docMk/>
            <pc:sldMasterMk cId="3280880061" sldId="2147483660"/>
            <ac:spMk id="2" creationId="{00000000-0000-0000-0000-000000000000}"/>
          </ac:spMkLst>
        </pc:spChg>
        <pc:spChg chg="mod">
          <ac:chgData name="Leidy Franco" userId="b6780863-cd17-4689-a1fd-e0669fcf8335" providerId="ADAL" clId="{72792100-9B1C-4F25-B6CE-23B17551F609}" dt="2023-09-21T17:59:35.803" v="3"/>
          <ac:spMkLst>
            <pc:docMk/>
            <pc:sldMasterMk cId="3280880061" sldId="2147483660"/>
            <ac:spMk id="3" creationId="{00000000-0000-0000-0000-000000000000}"/>
          </ac:spMkLst>
        </pc:spChg>
        <pc:spChg chg="mod">
          <ac:chgData name="Leidy Franco" userId="b6780863-cd17-4689-a1fd-e0669fcf8335" providerId="ADAL" clId="{72792100-9B1C-4F25-B6CE-23B17551F609}" dt="2023-09-21T17:59:35.803" v="3"/>
          <ac:spMkLst>
            <pc:docMk/>
            <pc:sldMasterMk cId="3280880061" sldId="2147483660"/>
            <ac:spMk id="4" creationId="{00000000-0000-0000-0000-000000000000}"/>
          </ac:spMkLst>
        </pc:spChg>
        <pc:spChg chg="mod">
          <ac:chgData name="Leidy Franco" userId="b6780863-cd17-4689-a1fd-e0669fcf8335" providerId="ADAL" clId="{72792100-9B1C-4F25-B6CE-23B17551F609}" dt="2023-09-21T17:59:35.803" v="3"/>
          <ac:spMkLst>
            <pc:docMk/>
            <pc:sldMasterMk cId="3280880061" sldId="2147483660"/>
            <ac:spMk id="5" creationId="{00000000-0000-0000-0000-000000000000}"/>
          </ac:spMkLst>
        </pc:spChg>
        <pc:spChg chg="mod">
          <ac:chgData name="Leidy Franco" userId="b6780863-cd17-4689-a1fd-e0669fcf8335" providerId="ADAL" clId="{72792100-9B1C-4F25-B6CE-23B17551F609}" dt="2023-09-21T17:59:35.803" v="3"/>
          <ac:spMkLst>
            <pc:docMk/>
            <pc:sldMasterMk cId="3280880061" sldId="2147483660"/>
            <ac:spMk id="6" creationId="{00000000-0000-0000-0000-000000000000}"/>
          </ac:spMkLst>
        </pc:spChg>
        <pc:sldLayoutChg chg="modSp mod">
          <pc:chgData name="Leidy Franco" userId="b6780863-cd17-4689-a1fd-e0669fcf8335" providerId="ADAL" clId="{72792100-9B1C-4F25-B6CE-23B17551F609}" dt="2023-09-21T17:59:38.595" v="4" actId="14100"/>
          <pc:sldLayoutMkLst>
            <pc:docMk/>
            <pc:sldMasterMk cId="3280880061" sldId="2147483660"/>
            <pc:sldLayoutMk cId="3371341456" sldId="2147483661"/>
          </pc:sldLayoutMkLst>
          <pc:spChg chg="mod">
            <ac:chgData name="Leidy Franco" userId="b6780863-cd17-4689-a1fd-e0669fcf8335" providerId="ADAL" clId="{72792100-9B1C-4F25-B6CE-23B17551F609}" dt="2023-09-21T17:59:35.803" v="3"/>
            <ac:spMkLst>
              <pc:docMk/>
              <pc:sldMasterMk cId="3280880061" sldId="2147483660"/>
              <pc:sldLayoutMk cId="3371341456" sldId="2147483661"/>
              <ac:spMk id="2" creationId="{00000000-0000-0000-0000-000000000000}"/>
            </ac:spMkLst>
          </pc:spChg>
          <pc:spChg chg="mod">
            <ac:chgData name="Leidy Franco" userId="b6780863-cd17-4689-a1fd-e0669fcf8335" providerId="ADAL" clId="{72792100-9B1C-4F25-B6CE-23B17551F609}" dt="2023-09-21T17:59:35.803" v="3"/>
            <ac:spMkLst>
              <pc:docMk/>
              <pc:sldMasterMk cId="3280880061" sldId="2147483660"/>
              <pc:sldLayoutMk cId="3371341456" sldId="2147483661"/>
              <ac:spMk id="3" creationId="{00000000-0000-0000-0000-000000000000}"/>
            </ac:spMkLst>
          </pc:spChg>
          <pc:picChg chg="mod">
            <ac:chgData name="Leidy Franco" userId="b6780863-cd17-4689-a1fd-e0669fcf8335" providerId="ADAL" clId="{72792100-9B1C-4F25-B6CE-23B17551F609}" dt="2023-09-21T17:59:38.595" v="4" actId="14100"/>
            <ac:picMkLst>
              <pc:docMk/>
              <pc:sldMasterMk cId="3280880061" sldId="2147483660"/>
              <pc:sldLayoutMk cId="3371341456" sldId="2147483661"/>
              <ac:picMk id="8" creationId="{2D8EC29B-333D-90C0-3F56-75DF11DB8190}"/>
            </ac:picMkLst>
          </pc:picChg>
        </pc:sldLayoutChg>
        <pc:sldLayoutChg chg="modSp mod">
          <pc:chgData name="Leidy Franco" userId="b6780863-cd17-4689-a1fd-e0669fcf8335" providerId="ADAL" clId="{72792100-9B1C-4F25-B6CE-23B17551F609}" dt="2023-09-21T17:59:42.493" v="5" actId="14100"/>
          <pc:sldLayoutMkLst>
            <pc:docMk/>
            <pc:sldMasterMk cId="3280880061" sldId="2147483660"/>
            <pc:sldLayoutMk cId="3944641441" sldId="2147483662"/>
          </pc:sldLayoutMkLst>
          <pc:picChg chg="mod">
            <ac:chgData name="Leidy Franco" userId="b6780863-cd17-4689-a1fd-e0669fcf8335" providerId="ADAL" clId="{72792100-9B1C-4F25-B6CE-23B17551F609}" dt="2023-09-21T17:59:42.493" v="5" actId="14100"/>
            <ac:picMkLst>
              <pc:docMk/>
              <pc:sldMasterMk cId="3280880061" sldId="2147483660"/>
              <pc:sldLayoutMk cId="3944641441" sldId="2147483662"/>
              <ac:picMk id="8" creationId="{97A788C6-05F2-7941-13A6-52118F7DDC49}"/>
            </ac:picMkLst>
          </pc:picChg>
        </pc:sldLayoutChg>
        <pc:sldLayoutChg chg="modSp">
          <pc:chgData name="Leidy Franco" userId="b6780863-cd17-4689-a1fd-e0669fcf8335" providerId="ADAL" clId="{72792100-9B1C-4F25-B6CE-23B17551F609}" dt="2023-09-21T17:59:35.803" v="3"/>
          <pc:sldLayoutMkLst>
            <pc:docMk/>
            <pc:sldMasterMk cId="3280880061" sldId="2147483660"/>
            <pc:sldLayoutMk cId="3300073776" sldId="2147483663"/>
          </pc:sldLayoutMkLst>
          <pc:spChg chg="mod">
            <ac:chgData name="Leidy Franco" userId="b6780863-cd17-4689-a1fd-e0669fcf8335" providerId="ADAL" clId="{72792100-9B1C-4F25-B6CE-23B17551F609}" dt="2023-09-21T17:59:35.803" v="3"/>
            <ac:spMkLst>
              <pc:docMk/>
              <pc:sldMasterMk cId="3280880061" sldId="2147483660"/>
              <pc:sldLayoutMk cId="3300073776" sldId="2147483663"/>
              <ac:spMk id="2" creationId="{00000000-0000-0000-0000-000000000000}"/>
            </ac:spMkLst>
          </pc:spChg>
          <pc:spChg chg="mod">
            <ac:chgData name="Leidy Franco" userId="b6780863-cd17-4689-a1fd-e0669fcf8335" providerId="ADAL" clId="{72792100-9B1C-4F25-B6CE-23B17551F609}" dt="2023-09-21T17:59:35.803" v="3"/>
            <ac:spMkLst>
              <pc:docMk/>
              <pc:sldMasterMk cId="3280880061" sldId="2147483660"/>
              <pc:sldLayoutMk cId="3300073776" sldId="2147483663"/>
              <ac:spMk id="3" creationId="{00000000-0000-0000-0000-000000000000}"/>
            </ac:spMkLst>
          </pc:spChg>
        </pc:sldLayoutChg>
        <pc:sldLayoutChg chg="modSp">
          <pc:chgData name="Leidy Franco" userId="b6780863-cd17-4689-a1fd-e0669fcf8335" providerId="ADAL" clId="{72792100-9B1C-4F25-B6CE-23B17551F609}" dt="2023-09-21T17:59:35.803" v="3"/>
          <pc:sldLayoutMkLst>
            <pc:docMk/>
            <pc:sldMasterMk cId="3280880061" sldId="2147483660"/>
            <pc:sldLayoutMk cId="4070630927" sldId="2147483664"/>
          </pc:sldLayoutMkLst>
          <pc:spChg chg="mod">
            <ac:chgData name="Leidy Franco" userId="b6780863-cd17-4689-a1fd-e0669fcf8335" providerId="ADAL" clId="{72792100-9B1C-4F25-B6CE-23B17551F609}" dt="2023-09-21T17:59:35.803" v="3"/>
            <ac:spMkLst>
              <pc:docMk/>
              <pc:sldMasterMk cId="3280880061" sldId="2147483660"/>
              <pc:sldLayoutMk cId="4070630927" sldId="2147483664"/>
              <ac:spMk id="3" creationId="{00000000-0000-0000-0000-000000000000}"/>
            </ac:spMkLst>
          </pc:spChg>
          <pc:spChg chg="mod">
            <ac:chgData name="Leidy Franco" userId="b6780863-cd17-4689-a1fd-e0669fcf8335" providerId="ADAL" clId="{72792100-9B1C-4F25-B6CE-23B17551F609}" dt="2023-09-21T17:59:35.803" v="3"/>
            <ac:spMkLst>
              <pc:docMk/>
              <pc:sldMasterMk cId="3280880061" sldId="2147483660"/>
              <pc:sldLayoutMk cId="4070630927" sldId="2147483664"/>
              <ac:spMk id="4" creationId="{00000000-0000-0000-0000-000000000000}"/>
            </ac:spMkLst>
          </pc:spChg>
        </pc:sldLayoutChg>
        <pc:sldLayoutChg chg="modSp">
          <pc:chgData name="Leidy Franco" userId="b6780863-cd17-4689-a1fd-e0669fcf8335" providerId="ADAL" clId="{72792100-9B1C-4F25-B6CE-23B17551F609}" dt="2023-09-21T17:59:35.803" v="3"/>
          <pc:sldLayoutMkLst>
            <pc:docMk/>
            <pc:sldMasterMk cId="3280880061" sldId="2147483660"/>
            <pc:sldLayoutMk cId="722134571" sldId="2147483665"/>
          </pc:sldLayoutMkLst>
          <pc:spChg chg="mod">
            <ac:chgData name="Leidy Franco" userId="b6780863-cd17-4689-a1fd-e0669fcf8335" providerId="ADAL" clId="{72792100-9B1C-4F25-B6CE-23B17551F609}" dt="2023-09-21T17:59:35.803" v="3"/>
            <ac:spMkLst>
              <pc:docMk/>
              <pc:sldMasterMk cId="3280880061" sldId="2147483660"/>
              <pc:sldLayoutMk cId="722134571" sldId="2147483665"/>
              <ac:spMk id="2" creationId="{00000000-0000-0000-0000-000000000000}"/>
            </ac:spMkLst>
          </pc:spChg>
          <pc:spChg chg="mod">
            <ac:chgData name="Leidy Franco" userId="b6780863-cd17-4689-a1fd-e0669fcf8335" providerId="ADAL" clId="{72792100-9B1C-4F25-B6CE-23B17551F609}" dt="2023-09-21T17:59:35.803" v="3"/>
            <ac:spMkLst>
              <pc:docMk/>
              <pc:sldMasterMk cId="3280880061" sldId="2147483660"/>
              <pc:sldLayoutMk cId="722134571" sldId="2147483665"/>
              <ac:spMk id="3" creationId="{00000000-0000-0000-0000-000000000000}"/>
            </ac:spMkLst>
          </pc:spChg>
          <pc:spChg chg="mod">
            <ac:chgData name="Leidy Franco" userId="b6780863-cd17-4689-a1fd-e0669fcf8335" providerId="ADAL" clId="{72792100-9B1C-4F25-B6CE-23B17551F609}" dt="2023-09-21T17:59:35.803" v="3"/>
            <ac:spMkLst>
              <pc:docMk/>
              <pc:sldMasterMk cId="3280880061" sldId="2147483660"/>
              <pc:sldLayoutMk cId="722134571" sldId="2147483665"/>
              <ac:spMk id="4" creationId="{00000000-0000-0000-0000-000000000000}"/>
            </ac:spMkLst>
          </pc:spChg>
          <pc:spChg chg="mod">
            <ac:chgData name="Leidy Franco" userId="b6780863-cd17-4689-a1fd-e0669fcf8335" providerId="ADAL" clId="{72792100-9B1C-4F25-B6CE-23B17551F609}" dt="2023-09-21T17:59:35.803" v="3"/>
            <ac:spMkLst>
              <pc:docMk/>
              <pc:sldMasterMk cId="3280880061" sldId="2147483660"/>
              <pc:sldLayoutMk cId="722134571" sldId="2147483665"/>
              <ac:spMk id="5" creationId="{00000000-0000-0000-0000-000000000000}"/>
            </ac:spMkLst>
          </pc:spChg>
          <pc:spChg chg="mod">
            <ac:chgData name="Leidy Franco" userId="b6780863-cd17-4689-a1fd-e0669fcf8335" providerId="ADAL" clId="{72792100-9B1C-4F25-B6CE-23B17551F609}" dt="2023-09-21T17:59:35.803" v="3"/>
            <ac:spMkLst>
              <pc:docMk/>
              <pc:sldMasterMk cId="3280880061" sldId="2147483660"/>
              <pc:sldLayoutMk cId="722134571" sldId="2147483665"/>
              <ac:spMk id="6" creationId="{00000000-0000-0000-0000-000000000000}"/>
            </ac:spMkLst>
          </pc:spChg>
        </pc:sldLayoutChg>
        <pc:sldLayoutChg chg="modSp">
          <pc:chgData name="Leidy Franco" userId="b6780863-cd17-4689-a1fd-e0669fcf8335" providerId="ADAL" clId="{72792100-9B1C-4F25-B6CE-23B17551F609}" dt="2023-09-21T17:59:35.803" v="3"/>
          <pc:sldLayoutMkLst>
            <pc:docMk/>
            <pc:sldMasterMk cId="3280880061" sldId="2147483660"/>
            <pc:sldLayoutMk cId="3855122439" sldId="2147483668"/>
          </pc:sldLayoutMkLst>
          <pc:spChg chg="mod">
            <ac:chgData name="Leidy Franco" userId="b6780863-cd17-4689-a1fd-e0669fcf8335" providerId="ADAL" clId="{72792100-9B1C-4F25-B6CE-23B17551F609}" dt="2023-09-21T17:59:35.803" v="3"/>
            <ac:spMkLst>
              <pc:docMk/>
              <pc:sldMasterMk cId="3280880061" sldId="2147483660"/>
              <pc:sldLayoutMk cId="3855122439" sldId="2147483668"/>
              <ac:spMk id="2" creationId="{00000000-0000-0000-0000-000000000000}"/>
            </ac:spMkLst>
          </pc:spChg>
          <pc:spChg chg="mod">
            <ac:chgData name="Leidy Franco" userId="b6780863-cd17-4689-a1fd-e0669fcf8335" providerId="ADAL" clId="{72792100-9B1C-4F25-B6CE-23B17551F609}" dt="2023-09-21T17:59:35.803" v="3"/>
            <ac:spMkLst>
              <pc:docMk/>
              <pc:sldMasterMk cId="3280880061" sldId="2147483660"/>
              <pc:sldLayoutMk cId="3855122439" sldId="2147483668"/>
              <ac:spMk id="3" creationId="{00000000-0000-0000-0000-000000000000}"/>
            </ac:spMkLst>
          </pc:spChg>
          <pc:spChg chg="mod">
            <ac:chgData name="Leidy Franco" userId="b6780863-cd17-4689-a1fd-e0669fcf8335" providerId="ADAL" clId="{72792100-9B1C-4F25-B6CE-23B17551F609}" dt="2023-09-21T17:59:35.803" v="3"/>
            <ac:spMkLst>
              <pc:docMk/>
              <pc:sldMasterMk cId="3280880061" sldId="2147483660"/>
              <pc:sldLayoutMk cId="3855122439" sldId="2147483668"/>
              <ac:spMk id="4" creationId="{00000000-0000-0000-0000-000000000000}"/>
            </ac:spMkLst>
          </pc:spChg>
        </pc:sldLayoutChg>
        <pc:sldLayoutChg chg="modSp">
          <pc:chgData name="Leidy Franco" userId="b6780863-cd17-4689-a1fd-e0669fcf8335" providerId="ADAL" clId="{72792100-9B1C-4F25-B6CE-23B17551F609}" dt="2023-09-21T17:59:35.803" v="3"/>
          <pc:sldLayoutMkLst>
            <pc:docMk/>
            <pc:sldMasterMk cId="3280880061" sldId="2147483660"/>
            <pc:sldLayoutMk cId="3617548101" sldId="2147483669"/>
          </pc:sldLayoutMkLst>
          <pc:spChg chg="mod">
            <ac:chgData name="Leidy Franco" userId="b6780863-cd17-4689-a1fd-e0669fcf8335" providerId="ADAL" clId="{72792100-9B1C-4F25-B6CE-23B17551F609}" dt="2023-09-21T17:59:35.803" v="3"/>
            <ac:spMkLst>
              <pc:docMk/>
              <pc:sldMasterMk cId="3280880061" sldId="2147483660"/>
              <pc:sldLayoutMk cId="3617548101" sldId="2147483669"/>
              <ac:spMk id="2" creationId="{00000000-0000-0000-0000-000000000000}"/>
            </ac:spMkLst>
          </pc:spChg>
          <pc:spChg chg="mod">
            <ac:chgData name="Leidy Franco" userId="b6780863-cd17-4689-a1fd-e0669fcf8335" providerId="ADAL" clId="{72792100-9B1C-4F25-B6CE-23B17551F609}" dt="2023-09-21T17:59:35.803" v="3"/>
            <ac:spMkLst>
              <pc:docMk/>
              <pc:sldMasterMk cId="3280880061" sldId="2147483660"/>
              <pc:sldLayoutMk cId="3617548101" sldId="2147483669"/>
              <ac:spMk id="3" creationId="{00000000-0000-0000-0000-000000000000}"/>
            </ac:spMkLst>
          </pc:spChg>
          <pc:spChg chg="mod">
            <ac:chgData name="Leidy Franco" userId="b6780863-cd17-4689-a1fd-e0669fcf8335" providerId="ADAL" clId="{72792100-9B1C-4F25-B6CE-23B17551F609}" dt="2023-09-21T17:59:35.803" v="3"/>
            <ac:spMkLst>
              <pc:docMk/>
              <pc:sldMasterMk cId="3280880061" sldId="2147483660"/>
              <pc:sldLayoutMk cId="3617548101" sldId="2147483669"/>
              <ac:spMk id="4" creationId="{00000000-0000-0000-0000-000000000000}"/>
            </ac:spMkLst>
          </pc:spChg>
        </pc:sldLayoutChg>
        <pc:sldLayoutChg chg="modSp">
          <pc:chgData name="Leidy Franco" userId="b6780863-cd17-4689-a1fd-e0669fcf8335" providerId="ADAL" clId="{72792100-9B1C-4F25-B6CE-23B17551F609}" dt="2023-09-21T17:59:35.803" v="3"/>
          <pc:sldLayoutMkLst>
            <pc:docMk/>
            <pc:sldMasterMk cId="3280880061" sldId="2147483660"/>
            <pc:sldLayoutMk cId="1878250031" sldId="2147483671"/>
          </pc:sldLayoutMkLst>
          <pc:spChg chg="mod">
            <ac:chgData name="Leidy Franco" userId="b6780863-cd17-4689-a1fd-e0669fcf8335" providerId="ADAL" clId="{72792100-9B1C-4F25-B6CE-23B17551F609}" dt="2023-09-21T17:59:35.803" v="3"/>
            <ac:spMkLst>
              <pc:docMk/>
              <pc:sldMasterMk cId="3280880061" sldId="2147483660"/>
              <pc:sldLayoutMk cId="1878250031" sldId="2147483671"/>
              <ac:spMk id="2" creationId="{00000000-0000-0000-0000-000000000000}"/>
            </ac:spMkLst>
          </pc:spChg>
          <pc:spChg chg="mod">
            <ac:chgData name="Leidy Franco" userId="b6780863-cd17-4689-a1fd-e0669fcf8335" providerId="ADAL" clId="{72792100-9B1C-4F25-B6CE-23B17551F609}" dt="2023-09-21T17:59:35.803" v="3"/>
            <ac:spMkLst>
              <pc:docMk/>
              <pc:sldMasterMk cId="3280880061" sldId="2147483660"/>
              <pc:sldLayoutMk cId="1878250031" sldId="2147483671"/>
              <ac:spMk id="3" creationId="{00000000-0000-0000-0000-000000000000}"/>
            </ac:spMkLst>
          </pc:spChg>
        </pc:sldLayoutChg>
      </pc:sldMasterChg>
      <pc:sldMasterChg chg="modSldLayout">
        <pc:chgData name="Leidy Franco" userId="b6780863-cd17-4689-a1fd-e0669fcf8335" providerId="ADAL" clId="{72792100-9B1C-4F25-B6CE-23B17551F609}" dt="2023-09-21T17:59:34.939" v="2" actId="14100"/>
        <pc:sldMasterMkLst>
          <pc:docMk/>
          <pc:sldMasterMk cId="1970779738" sldId="2147483672"/>
        </pc:sldMasterMkLst>
        <pc:sldLayoutChg chg="modSp mod">
          <pc:chgData name="Leidy Franco" userId="b6780863-cd17-4689-a1fd-e0669fcf8335" providerId="ADAL" clId="{72792100-9B1C-4F25-B6CE-23B17551F609}" dt="2023-09-21T17:59:34.939" v="2" actId="14100"/>
          <pc:sldLayoutMkLst>
            <pc:docMk/>
            <pc:sldMasterMk cId="1970779738" sldId="2147483672"/>
            <pc:sldLayoutMk cId="1646832491" sldId="2147483673"/>
          </pc:sldLayoutMkLst>
          <pc:picChg chg="mod">
            <ac:chgData name="Leidy Franco" userId="b6780863-cd17-4689-a1fd-e0669fcf8335" providerId="ADAL" clId="{72792100-9B1C-4F25-B6CE-23B17551F609}" dt="2023-09-21T17:59:34.939" v="2" actId="14100"/>
            <ac:picMkLst>
              <pc:docMk/>
              <pc:sldMasterMk cId="1970779738" sldId="2147483672"/>
              <pc:sldLayoutMk cId="1646832491" sldId="2147483673"/>
              <ac:picMk id="7" creationId="{94A1FC65-3A77-3F85-1D7E-F0BEF06EB979}"/>
            </ac:picMkLst>
          </pc:picChg>
        </pc:sldLayoutChg>
      </pc:sldMasterChg>
      <pc:sldMasterChg chg="modSldLayout">
        <pc:chgData name="Leidy Franco" userId="b6780863-cd17-4689-a1fd-e0669fcf8335" providerId="ADAL" clId="{72792100-9B1C-4F25-B6CE-23B17551F609}" dt="2023-09-21T18:14:07.231" v="22" actId="14100"/>
        <pc:sldMasterMkLst>
          <pc:docMk/>
          <pc:sldMasterMk cId="2073685672" sldId="2147483672"/>
        </pc:sldMasterMkLst>
        <pc:sldLayoutChg chg="modSp mod">
          <pc:chgData name="Leidy Franco" userId="b6780863-cd17-4689-a1fd-e0669fcf8335" providerId="ADAL" clId="{72792100-9B1C-4F25-B6CE-23B17551F609}" dt="2023-09-21T18:14:07.231" v="22" actId="14100"/>
          <pc:sldLayoutMkLst>
            <pc:docMk/>
            <pc:sldMasterMk cId="2073685672" sldId="2147483672"/>
            <pc:sldLayoutMk cId="870161944" sldId="2147483673"/>
          </pc:sldLayoutMkLst>
          <pc:picChg chg="mod">
            <ac:chgData name="Leidy Franco" userId="b6780863-cd17-4689-a1fd-e0669fcf8335" providerId="ADAL" clId="{72792100-9B1C-4F25-B6CE-23B17551F609}" dt="2023-09-21T18:14:07.231" v="22" actId="14100"/>
            <ac:picMkLst>
              <pc:docMk/>
              <pc:sldMasterMk cId="2073685672" sldId="2147483672"/>
              <pc:sldLayoutMk cId="870161944" sldId="2147483673"/>
              <ac:picMk id="7" creationId="{B6F99C5D-46BB-0E3A-A599-764D2305487E}"/>
            </ac:picMkLst>
          </pc:picChg>
        </pc:sldLayoutChg>
      </pc:sldMasterChg>
    </pc:docChg>
  </pc:docChgLst>
  <pc:docChgLst>
    <pc:chgData name="Leidy Franco" userId="b6780863-cd17-4689-a1fd-e0669fcf8335" providerId="ADAL" clId="{6704135A-749E-42C9-8568-78993D8010CD}"/>
    <pc:docChg chg="custSel modSld">
      <pc:chgData name="Leidy Franco" userId="b6780863-cd17-4689-a1fd-e0669fcf8335" providerId="ADAL" clId="{6704135A-749E-42C9-8568-78993D8010CD}" dt="2024-10-08T17:25:48.657" v="72" actId="20577"/>
      <pc:docMkLst>
        <pc:docMk/>
      </pc:docMkLst>
      <pc:sldChg chg="addSp delSp modSp mod">
        <pc:chgData name="Leidy Franco" userId="b6780863-cd17-4689-a1fd-e0669fcf8335" providerId="ADAL" clId="{6704135A-749E-42C9-8568-78993D8010CD}" dt="2024-10-08T17:25:18.940" v="62" actId="20577"/>
        <pc:sldMkLst>
          <pc:docMk/>
          <pc:sldMk cId="2792624482" sldId="257"/>
        </pc:sldMkLst>
        <pc:spChg chg="mod">
          <ac:chgData name="Leidy Franco" userId="b6780863-cd17-4689-a1fd-e0669fcf8335" providerId="ADAL" clId="{6704135A-749E-42C9-8568-78993D8010CD}" dt="2024-10-08T17:24:23.269" v="22" actId="20577"/>
          <ac:spMkLst>
            <pc:docMk/>
            <pc:sldMk cId="2792624482" sldId="257"/>
            <ac:spMk id="3" creationId="{ECE5133E-8B39-F8AE-EF43-85DEE07B16E5}"/>
          </ac:spMkLst>
        </pc:spChg>
        <pc:spChg chg="mod">
          <ac:chgData name="Leidy Franco" userId="b6780863-cd17-4689-a1fd-e0669fcf8335" providerId="ADAL" clId="{6704135A-749E-42C9-8568-78993D8010CD}" dt="2024-10-08T17:24:29.081" v="33" actId="20577"/>
          <ac:spMkLst>
            <pc:docMk/>
            <pc:sldMk cId="2792624482" sldId="257"/>
            <ac:spMk id="5" creationId="{33C551E2-2276-6711-BF65-5F1DB3959335}"/>
          </ac:spMkLst>
        </pc:spChg>
        <pc:spChg chg="mod">
          <ac:chgData name="Leidy Franco" userId="b6780863-cd17-4689-a1fd-e0669fcf8335" providerId="ADAL" clId="{6704135A-749E-42C9-8568-78993D8010CD}" dt="2024-10-08T17:25:18.940" v="62" actId="20577"/>
          <ac:spMkLst>
            <pc:docMk/>
            <pc:sldMk cId="2792624482" sldId="257"/>
            <ac:spMk id="7" creationId="{3A309AF0-39A0-F97C-C893-695F9511B636}"/>
          </ac:spMkLst>
        </pc:spChg>
        <pc:picChg chg="del">
          <ac:chgData name="Leidy Franco" userId="b6780863-cd17-4689-a1fd-e0669fcf8335" providerId="ADAL" clId="{6704135A-749E-42C9-8568-78993D8010CD}" dt="2024-10-08T17:24:03.843" v="0" actId="478"/>
          <ac:picMkLst>
            <pc:docMk/>
            <pc:sldMk cId="2792624482" sldId="257"/>
            <ac:picMk id="2" creationId="{16BDA644-4308-72A9-D691-4B785EC9F33E}"/>
          </ac:picMkLst>
        </pc:picChg>
        <pc:picChg chg="add mod modCrop">
          <ac:chgData name="Leidy Franco" userId="b6780863-cd17-4689-a1fd-e0669fcf8335" providerId="ADAL" clId="{6704135A-749E-42C9-8568-78993D8010CD}" dt="2024-10-08T17:25:09.561" v="49" actId="1036"/>
          <ac:picMkLst>
            <pc:docMk/>
            <pc:sldMk cId="2792624482" sldId="257"/>
            <ac:picMk id="6" creationId="{3292DB23-0931-AED5-3ABC-05E038BF4CC3}"/>
          </ac:picMkLst>
        </pc:picChg>
      </pc:sldChg>
      <pc:sldChg chg="modSp mod">
        <pc:chgData name="Leidy Franco" userId="b6780863-cd17-4689-a1fd-e0669fcf8335" providerId="ADAL" clId="{6704135A-749E-42C9-8568-78993D8010CD}" dt="2024-10-08T17:25:48.657" v="72" actId="20577"/>
        <pc:sldMkLst>
          <pc:docMk/>
          <pc:sldMk cId="3987381298" sldId="258"/>
        </pc:sldMkLst>
        <pc:spChg chg="mod">
          <ac:chgData name="Leidy Franco" userId="b6780863-cd17-4689-a1fd-e0669fcf8335" providerId="ADAL" clId="{6704135A-749E-42C9-8568-78993D8010CD}" dt="2024-10-08T17:25:29.343" v="63"/>
          <ac:spMkLst>
            <pc:docMk/>
            <pc:sldMk cId="3987381298" sldId="258"/>
            <ac:spMk id="2" creationId="{DC494F03-4883-00F2-FF89-3562FD126C3F}"/>
          </ac:spMkLst>
        </pc:spChg>
        <pc:spChg chg="mod">
          <ac:chgData name="Leidy Franco" userId="b6780863-cd17-4689-a1fd-e0669fcf8335" providerId="ADAL" clId="{6704135A-749E-42C9-8568-78993D8010CD}" dt="2024-10-08T17:25:48.657" v="72" actId="20577"/>
          <ac:spMkLst>
            <pc:docMk/>
            <pc:sldMk cId="3987381298" sldId="258"/>
            <ac:spMk id="6" creationId="{4747FD47-7E33-30C6-82C6-2276415BE127}"/>
          </ac:spMkLst>
        </pc:spChg>
        <pc:spChg chg="mod">
          <ac:chgData name="Leidy Franco" userId="b6780863-cd17-4689-a1fd-e0669fcf8335" providerId="ADAL" clId="{6704135A-749E-42C9-8568-78993D8010CD}" dt="2024-10-08T17:25:34.283" v="64"/>
          <ac:spMkLst>
            <pc:docMk/>
            <pc:sldMk cId="3987381298" sldId="258"/>
            <ac:spMk id="9" creationId="{CB6AA3FE-723E-95A2-5288-9CF12975080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47330" cy="133654"/>
          </a:xfrm>
          <a:prstGeom prst="rect">
            <a:avLst/>
          </a:prstGeom>
        </p:spPr>
        <p:txBody>
          <a:bodyPr vert="horz" lIns="23722" tIns="11859" rIns="23722" bIns="11859" rtlCol="0"/>
          <a:lstStyle>
            <a:lvl1pPr algn="l">
              <a:defRPr sz="3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846162" y="0"/>
            <a:ext cx="647330" cy="133654"/>
          </a:xfrm>
          <a:prstGeom prst="rect">
            <a:avLst/>
          </a:prstGeom>
        </p:spPr>
        <p:txBody>
          <a:bodyPr vert="horz" lIns="23722" tIns="11859" rIns="23722" bIns="11859" rtlCol="0"/>
          <a:lstStyle>
            <a:lvl1pPr algn="r">
              <a:defRPr sz="300"/>
            </a:lvl1pPr>
          </a:lstStyle>
          <a:p>
            <a:fld id="{C9039046-9923-469D-8355-17925313641B}" type="datetimeFigureOut">
              <a:rPr lang="es-MX" smtClean="0"/>
              <a:t>27/05/2026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65138" y="333375"/>
            <a:ext cx="563562" cy="898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23722" tIns="11859" rIns="23722" bIns="11859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49384" y="1281966"/>
            <a:ext cx="1195070" cy="1048881"/>
          </a:xfrm>
          <a:prstGeom prst="rect">
            <a:avLst/>
          </a:prstGeom>
        </p:spPr>
        <p:txBody>
          <a:bodyPr vert="horz" lIns="23722" tIns="11859" rIns="23722" bIns="11859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2530173"/>
            <a:ext cx="647330" cy="133653"/>
          </a:xfrm>
          <a:prstGeom prst="rect">
            <a:avLst/>
          </a:prstGeom>
        </p:spPr>
        <p:txBody>
          <a:bodyPr vert="horz" lIns="23722" tIns="11859" rIns="23722" bIns="11859" rtlCol="0" anchor="b"/>
          <a:lstStyle>
            <a:lvl1pPr algn="l">
              <a:defRPr sz="3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846162" y="2530173"/>
            <a:ext cx="647330" cy="133653"/>
          </a:xfrm>
          <a:prstGeom prst="rect">
            <a:avLst/>
          </a:prstGeom>
        </p:spPr>
        <p:txBody>
          <a:bodyPr vert="horz" lIns="23722" tIns="11859" rIns="23722" bIns="11859" rtlCol="0" anchor="b"/>
          <a:lstStyle>
            <a:lvl1pPr algn="r">
              <a:defRPr sz="300"/>
            </a:lvl1pPr>
          </a:lstStyle>
          <a:p>
            <a:fld id="{CC2CA738-4EDD-4767-AD91-F1AF3B2A1CD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70088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40213" rtl="0" eaLnBrk="1" latinLnBrk="0" hangingPunct="1">
      <a:defRPr sz="315" kern="1200">
        <a:solidFill>
          <a:schemeClr val="tx1"/>
        </a:solidFill>
        <a:latin typeface="+mn-lt"/>
        <a:ea typeface="+mn-ea"/>
        <a:cs typeface="+mn-cs"/>
      </a:defRPr>
    </a:lvl1pPr>
    <a:lvl2pPr marL="120106" algn="l" defTabSz="240213" rtl="0" eaLnBrk="1" latinLnBrk="0" hangingPunct="1">
      <a:defRPr sz="315" kern="1200">
        <a:solidFill>
          <a:schemeClr val="tx1"/>
        </a:solidFill>
        <a:latin typeface="+mn-lt"/>
        <a:ea typeface="+mn-ea"/>
        <a:cs typeface="+mn-cs"/>
      </a:defRPr>
    </a:lvl2pPr>
    <a:lvl3pPr marL="240213" algn="l" defTabSz="240213" rtl="0" eaLnBrk="1" latinLnBrk="0" hangingPunct="1">
      <a:defRPr sz="315" kern="1200">
        <a:solidFill>
          <a:schemeClr val="tx1"/>
        </a:solidFill>
        <a:latin typeface="+mn-lt"/>
        <a:ea typeface="+mn-ea"/>
        <a:cs typeface="+mn-cs"/>
      </a:defRPr>
    </a:lvl3pPr>
    <a:lvl4pPr marL="360319" algn="l" defTabSz="240213" rtl="0" eaLnBrk="1" latinLnBrk="0" hangingPunct="1">
      <a:defRPr sz="315" kern="1200">
        <a:solidFill>
          <a:schemeClr val="tx1"/>
        </a:solidFill>
        <a:latin typeface="+mn-lt"/>
        <a:ea typeface="+mn-ea"/>
        <a:cs typeface="+mn-cs"/>
      </a:defRPr>
    </a:lvl4pPr>
    <a:lvl5pPr marL="480426" algn="l" defTabSz="240213" rtl="0" eaLnBrk="1" latinLnBrk="0" hangingPunct="1">
      <a:defRPr sz="315" kern="1200">
        <a:solidFill>
          <a:schemeClr val="tx1"/>
        </a:solidFill>
        <a:latin typeface="+mn-lt"/>
        <a:ea typeface="+mn-ea"/>
        <a:cs typeface="+mn-cs"/>
      </a:defRPr>
    </a:lvl5pPr>
    <a:lvl6pPr marL="600532" algn="l" defTabSz="240213" rtl="0" eaLnBrk="1" latinLnBrk="0" hangingPunct="1">
      <a:defRPr sz="315" kern="1200">
        <a:solidFill>
          <a:schemeClr val="tx1"/>
        </a:solidFill>
        <a:latin typeface="+mn-lt"/>
        <a:ea typeface="+mn-ea"/>
        <a:cs typeface="+mn-cs"/>
      </a:defRPr>
    </a:lvl6pPr>
    <a:lvl7pPr marL="720639" algn="l" defTabSz="240213" rtl="0" eaLnBrk="1" latinLnBrk="0" hangingPunct="1">
      <a:defRPr sz="315" kern="1200">
        <a:solidFill>
          <a:schemeClr val="tx1"/>
        </a:solidFill>
        <a:latin typeface="+mn-lt"/>
        <a:ea typeface="+mn-ea"/>
        <a:cs typeface="+mn-cs"/>
      </a:defRPr>
    </a:lvl7pPr>
    <a:lvl8pPr marL="840745" algn="l" defTabSz="240213" rtl="0" eaLnBrk="1" latinLnBrk="0" hangingPunct="1">
      <a:defRPr sz="315" kern="1200">
        <a:solidFill>
          <a:schemeClr val="tx1"/>
        </a:solidFill>
        <a:latin typeface="+mn-lt"/>
        <a:ea typeface="+mn-ea"/>
        <a:cs typeface="+mn-cs"/>
      </a:defRPr>
    </a:lvl8pPr>
    <a:lvl9pPr marL="960852" algn="l" defTabSz="240213" rtl="0" eaLnBrk="1" latinLnBrk="0" hangingPunct="1">
      <a:defRPr sz="31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5852" y="506622"/>
            <a:ext cx="1652985" cy="1077736"/>
          </a:xfrm>
        </p:spPr>
        <p:txBody>
          <a:bodyPr anchor="b"/>
          <a:lstStyle>
            <a:lvl1pPr algn="ctr">
              <a:defRPr sz="1276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086" y="1625920"/>
            <a:ext cx="1458516" cy="747393"/>
          </a:xfrm>
        </p:spPr>
        <p:txBody>
          <a:bodyPr/>
          <a:lstStyle>
            <a:lvl1pPr marL="0" indent="0" algn="ctr">
              <a:buNone/>
              <a:defRPr sz="510"/>
            </a:lvl1pPr>
            <a:lvl2pPr marL="97246" indent="0" algn="ctr">
              <a:buNone/>
              <a:defRPr sz="425"/>
            </a:lvl2pPr>
            <a:lvl3pPr marL="194493" indent="0" algn="ctr">
              <a:buNone/>
              <a:defRPr sz="383"/>
            </a:lvl3pPr>
            <a:lvl4pPr marL="291739" indent="0" algn="ctr">
              <a:buNone/>
              <a:defRPr sz="340"/>
            </a:lvl4pPr>
            <a:lvl5pPr marL="388986" indent="0" algn="ctr">
              <a:buNone/>
              <a:defRPr sz="340"/>
            </a:lvl5pPr>
            <a:lvl6pPr marL="486232" indent="0" algn="ctr">
              <a:buNone/>
              <a:defRPr sz="340"/>
            </a:lvl6pPr>
            <a:lvl7pPr marL="583479" indent="0" algn="ctr">
              <a:buNone/>
              <a:defRPr sz="340"/>
            </a:lvl7pPr>
            <a:lvl8pPr marL="680725" indent="0" algn="ctr">
              <a:buNone/>
              <a:defRPr sz="340"/>
            </a:lvl8pPr>
            <a:lvl9pPr marL="777972" indent="0" algn="ctr">
              <a:buNone/>
              <a:defRPr sz="34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0B6C5-0DF4-4502-9CB2-EC659F82EC89}" type="datetimeFigureOut">
              <a:rPr lang="es-MX" smtClean="0"/>
              <a:t>27/05/2026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7C96A-761D-4F12-9088-DF8178509F55}" type="slidenum">
              <a:rPr lang="es-MX" smtClean="0"/>
              <a:t>‹Nº›</a:t>
            </a:fld>
            <a:endParaRPr lang="es-MX"/>
          </a:p>
        </p:txBody>
      </p:sp>
      <p:pic>
        <p:nvPicPr>
          <p:cNvPr id="7" name="Imagen 6" descr="Imagen que contiene Diagrama&#10;&#10;Descripción generada automáticamente">
            <a:extLst>
              <a:ext uri="{FF2B5EF4-FFF2-40B4-BE49-F238E27FC236}">
                <a16:creationId xmlns:a16="http://schemas.microsoft.com/office/drawing/2014/main" id="{B6F99C5D-46BB-0E3A-A599-764D230548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44688" cy="309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161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0B6C5-0DF4-4502-9CB2-EC659F82EC89}" type="datetimeFigureOut">
              <a:rPr lang="es-MX" smtClean="0"/>
              <a:t>27/05/2026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7C96A-761D-4F12-9088-DF8178509F55}" type="slidenum">
              <a:rPr lang="es-MX" smtClean="0"/>
              <a:t>‹Nº›</a:t>
            </a:fld>
            <a:endParaRPr lang="es-MX"/>
          </a:p>
        </p:txBody>
      </p:sp>
      <p:pic>
        <p:nvPicPr>
          <p:cNvPr id="7" name="Imagen 6" descr="Interfaz de usuario gráfica&#10;&#10;Descripción generada automáticamente con confianza media">
            <a:extLst>
              <a:ext uri="{FF2B5EF4-FFF2-40B4-BE49-F238E27FC236}">
                <a16:creationId xmlns:a16="http://schemas.microsoft.com/office/drawing/2014/main" id="{B16BF8BB-ACB1-80F4-5FE1-39C63A1A94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"/>
            <a:ext cx="1944688" cy="3095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506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685" y="771757"/>
            <a:ext cx="1677293" cy="1287694"/>
          </a:xfrm>
        </p:spPr>
        <p:txBody>
          <a:bodyPr anchor="b"/>
          <a:lstStyle>
            <a:lvl1pPr>
              <a:defRPr sz="1276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685" y="2071633"/>
            <a:ext cx="1677293" cy="677168"/>
          </a:xfrm>
        </p:spPr>
        <p:txBody>
          <a:bodyPr/>
          <a:lstStyle>
            <a:lvl1pPr marL="0" indent="0">
              <a:buNone/>
              <a:defRPr sz="510">
                <a:solidFill>
                  <a:schemeClr val="tx1"/>
                </a:solidFill>
              </a:defRPr>
            </a:lvl1pPr>
            <a:lvl2pPr marL="97246" indent="0">
              <a:buNone/>
              <a:defRPr sz="425">
                <a:solidFill>
                  <a:schemeClr val="tx1">
                    <a:tint val="75000"/>
                  </a:schemeClr>
                </a:solidFill>
              </a:defRPr>
            </a:lvl2pPr>
            <a:lvl3pPr marL="194493" indent="0">
              <a:buNone/>
              <a:defRPr sz="383">
                <a:solidFill>
                  <a:schemeClr val="tx1">
                    <a:tint val="75000"/>
                  </a:schemeClr>
                </a:solidFill>
              </a:defRPr>
            </a:lvl3pPr>
            <a:lvl4pPr marL="291739" indent="0">
              <a:buNone/>
              <a:defRPr sz="340">
                <a:solidFill>
                  <a:schemeClr val="tx1">
                    <a:tint val="75000"/>
                  </a:schemeClr>
                </a:solidFill>
              </a:defRPr>
            </a:lvl4pPr>
            <a:lvl5pPr marL="388986" indent="0">
              <a:buNone/>
              <a:defRPr sz="340">
                <a:solidFill>
                  <a:schemeClr val="tx1">
                    <a:tint val="75000"/>
                  </a:schemeClr>
                </a:solidFill>
              </a:defRPr>
            </a:lvl5pPr>
            <a:lvl6pPr marL="486232" indent="0">
              <a:buNone/>
              <a:defRPr sz="340">
                <a:solidFill>
                  <a:schemeClr val="tx1">
                    <a:tint val="75000"/>
                  </a:schemeClr>
                </a:solidFill>
              </a:defRPr>
            </a:lvl6pPr>
            <a:lvl7pPr marL="583479" indent="0">
              <a:buNone/>
              <a:defRPr sz="340">
                <a:solidFill>
                  <a:schemeClr val="tx1">
                    <a:tint val="75000"/>
                  </a:schemeClr>
                </a:solidFill>
              </a:defRPr>
            </a:lvl7pPr>
            <a:lvl8pPr marL="680725" indent="0">
              <a:buNone/>
              <a:defRPr sz="340">
                <a:solidFill>
                  <a:schemeClr val="tx1">
                    <a:tint val="75000"/>
                  </a:schemeClr>
                </a:solidFill>
              </a:defRPr>
            </a:lvl8pPr>
            <a:lvl9pPr marL="777972" indent="0">
              <a:buNone/>
              <a:defRPr sz="3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0B6C5-0DF4-4502-9CB2-EC659F82EC89}" type="datetimeFigureOut">
              <a:rPr lang="es-MX" smtClean="0"/>
              <a:t>27/05/2026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7C96A-761D-4F12-9088-DF8178509F5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10649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3698" y="824067"/>
            <a:ext cx="826492" cy="196414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84499" y="824067"/>
            <a:ext cx="826492" cy="196414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0B6C5-0DF4-4502-9CB2-EC659F82EC89}" type="datetimeFigureOut">
              <a:rPr lang="es-MX" smtClean="0"/>
              <a:t>27/05/2026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7C96A-761D-4F12-9088-DF8178509F5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17592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951" y="164814"/>
            <a:ext cx="1677293" cy="59834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3951" y="758858"/>
            <a:ext cx="822694" cy="371905"/>
          </a:xfrm>
        </p:spPr>
        <p:txBody>
          <a:bodyPr anchor="b"/>
          <a:lstStyle>
            <a:lvl1pPr marL="0" indent="0">
              <a:buNone/>
              <a:defRPr sz="510" b="1"/>
            </a:lvl1pPr>
            <a:lvl2pPr marL="97246" indent="0">
              <a:buNone/>
              <a:defRPr sz="425" b="1"/>
            </a:lvl2pPr>
            <a:lvl3pPr marL="194493" indent="0">
              <a:buNone/>
              <a:defRPr sz="383" b="1"/>
            </a:lvl3pPr>
            <a:lvl4pPr marL="291739" indent="0">
              <a:buNone/>
              <a:defRPr sz="340" b="1"/>
            </a:lvl4pPr>
            <a:lvl5pPr marL="388986" indent="0">
              <a:buNone/>
              <a:defRPr sz="340" b="1"/>
            </a:lvl5pPr>
            <a:lvl6pPr marL="486232" indent="0">
              <a:buNone/>
              <a:defRPr sz="340" b="1"/>
            </a:lvl6pPr>
            <a:lvl7pPr marL="583479" indent="0">
              <a:buNone/>
              <a:defRPr sz="340" b="1"/>
            </a:lvl7pPr>
            <a:lvl8pPr marL="680725" indent="0">
              <a:buNone/>
              <a:defRPr sz="340" b="1"/>
            </a:lvl8pPr>
            <a:lvl9pPr marL="777972" indent="0">
              <a:buNone/>
              <a:defRPr sz="34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3951" y="1130763"/>
            <a:ext cx="822694" cy="166318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84498" y="758858"/>
            <a:ext cx="826746" cy="371905"/>
          </a:xfrm>
        </p:spPr>
        <p:txBody>
          <a:bodyPr anchor="b"/>
          <a:lstStyle>
            <a:lvl1pPr marL="0" indent="0">
              <a:buNone/>
              <a:defRPr sz="510" b="1"/>
            </a:lvl1pPr>
            <a:lvl2pPr marL="97246" indent="0">
              <a:buNone/>
              <a:defRPr sz="425" b="1"/>
            </a:lvl2pPr>
            <a:lvl3pPr marL="194493" indent="0">
              <a:buNone/>
              <a:defRPr sz="383" b="1"/>
            </a:lvl3pPr>
            <a:lvl4pPr marL="291739" indent="0">
              <a:buNone/>
              <a:defRPr sz="340" b="1"/>
            </a:lvl4pPr>
            <a:lvl5pPr marL="388986" indent="0">
              <a:buNone/>
              <a:defRPr sz="340" b="1"/>
            </a:lvl5pPr>
            <a:lvl6pPr marL="486232" indent="0">
              <a:buNone/>
              <a:defRPr sz="340" b="1"/>
            </a:lvl6pPr>
            <a:lvl7pPr marL="583479" indent="0">
              <a:buNone/>
              <a:defRPr sz="340" b="1"/>
            </a:lvl7pPr>
            <a:lvl8pPr marL="680725" indent="0">
              <a:buNone/>
              <a:defRPr sz="340" b="1"/>
            </a:lvl8pPr>
            <a:lvl9pPr marL="777972" indent="0">
              <a:buNone/>
              <a:defRPr sz="34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84498" y="1130763"/>
            <a:ext cx="826746" cy="166318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0B6C5-0DF4-4502-9CB2-EC659F82EC89}" type="datetimeFigureOut">
              <a:rPr lang="es-MX" smtClean="0"/>
              <a:t>27/05/2026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7C96A-761D-4F12-9088-DF8178509F5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20907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0B6C5-0DF4-4502-9CB2-EC659F82EC89}" type="datetimeFigureOut">
              <a:rPr lang="es-MX" smtClean="0"/>
              <a:t>27/05/2026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7C96A-761D-4F12-9088-DF8178509F5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16499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0B6C5-0DF4-4502-9CB2-EC659F82EC89}" type="datetimeFigureOut">
              <a:rPr lang="es-MX" smtClean="0"/>
              <a:t>27/05/2026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7C96A-761D-4F12-9088-DF8178509F5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31290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951" y="206375"/>
            <a:ext cx="627212" cy="722313"/>
          </a:xfrm>
        </p:spPr>
        <p:txBody>
          <a:bodyPr anchor="b"/>
          <a:lstStyle>
            <a:lvl1pPr>
              <a:defRPr sz="68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6746" y="445713"/>
            <a:ext cx="984498" cy="2199900"/>
          </a:xfrm>
        </p:spPr>
        <p:txBody>
          <a:bodyPr/>
          <a:lstStyle>
            <a:lvl1pPr>
              <a:defRPr sz="681"/>
            </a:lvl1pPr>
            <a:lvl2pPr>
              <a:defRPr sz="596"/>
            </a:lvl2pPr>
            <a:lvl3pPr>
              <a:defRPr sz="510"/>
            </a:lvl3pPr>
            <a:lvl4pPr>
              <a:defRPr sz="425"/>
            </a:lvl4pPr>
            <a:lvl5pPr>
              <a:defRPr sz="425"/>
            </a:lvl5pPr>
            <a:lvl6pPr>
              <a:defRPr sz="425"/>
            </a:lvl6pPr>
            <a:lvl7pPr>
              <a:defRPr sz="425"/>
            </a:lvl7pPr>
            <a:lvl8pPr>
              <a:defRPr sz="425"/>
            </a:lvl8pPr>
            <a:lvl9pPr>
              <a:defRPr sz="42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3951" y="928688"/>
            <a:ext cx="627212" cy="1720508"/>
          </a:xfrm>
        </p:spPr>
        <p:txBody>
          <a:bodyPr/>
          <a:lstStyle>
            <a:lvl1pPr marL="0" indent="0">
              <a:buNone/>
              <a:defRPr sz="340"/>
            </a:lvl1pPr>
            <a:lvl2pPr marL="97246" indent="0">
              <a:buNone/>
              <a:defRPr sz="298"/>
            </a:lvl2pPr>
            <a:lvl3pPr marL="194493" indent="0">
              <a:buNone/>
              <a:defRPr sz="255"/>
            </a:lvl3pPr>
            <a:lvl4pPr marL="291739" indent="0">
              <a:buNone/>
              <a:defRPr sz="213"/>
            </a:lvl4pPr>
            <a:lvl5pPr marL="388986" indent="0">
              <a:buNone/>
              <a:defRPr sz="213"/>
            </a:lvl5pPr>
            <a:lvl6pPr marL="486232" indent="0">
              <a:buNone/>
              <a:defRPr sz="213"/>
            </a:lvl6pPr>
            <a:lvl7pPr marL="583479" indent="0">
              <a:buNone/>
              <a:defRPr sz="213"/>
            </a:lvl7pPr>
            <a:lvl8pPr marL="680725" indent="0">
              <a:buNone/>
              <a:defRPr sz="213"/>
            </a:lvl8pPr>
            <a:lvl9pPr marL="777972" indent="0">
              <a:buNone/>
              <a:defRPr sz="21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0B6C5-0DF4-4502-9CB2-EC659F82EC89}" type="datetimeFigureOut">
              <a:rPr lang="es-MX" smtClean="0"/>
              <a:t>27/05/2026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7C96A-761D-4F12-9088-DF8178509F5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14895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951" y="206375"/>
            <a:ext cx="627212" cy="722313"/>
          </a:xfrm>
        </p:spPr>
        <p:txBody>
          <a:bodyPr anchor="b"/>
          <a:lstStyle>
            <a:lvl1pPr>
              <a:defRPr sz="68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26746" y="445713"/>
            <a:ext cx="984498" cy="2199900"/>
          </a:xfrm>
        </p:spPr>
        <p:txBody>
          <a:bodyPr anchor="t"/>
          <a:lstStyle>
            <a:lvl1pPr marL="0" indent="0">
              <a:buNone/>
              <a:defRPr sz="681"/>
            </a:lvl1pPr>
            <a:lvl2pPr marL="97246" indent="0">
              <a:buNone/>
              <a:defRPr sz="596"/>
            </a:lvl2pPr>
            <a:lvl3pPr marL="194493" indent="0">
              <a:buNone/>
              <a:defRPr sz="510"/>
            </a:lvl3pPr>
            <a:lvl4pPr marL="291739" indent="0">
              <a:buNone/>
              <a:defRPr sz="425"/>
            </a:lvl4pPr>
            <a:lvl5pPr marL="388986" indent="0">
              <a:buNone/>
              <a:defRPr sz="425"/>
            </a:lvl5pPr>
            <a:lvl6pPr marL="486232" indent="0">
              <a:buNone/>
              <a:defRPr sz="425"/>
            </a:lvl6pPr>
            <a:lvl7pPr marL="583479" indent="0">
              <a:buNone/>
              <a:defRPr sz="425"/>
            </a:lvl7pPr>
            <a:lvl8pPr marL="680725" indent="0">
              <a:buNone/>
              <a:defRPr sz="425"/>
            </a:lvl8pPr>
            <a:lvl9pPr marL="777972" indent="0">
              <a:buNone/>
              <a:defRPr sz="425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3951" y="928688"/>
            <a:ext cx="627212" cy="1720508"/>
          </a:xfrm>
        </p:spPr>
        <p:txBody>
          <a:bodyPr/>
          <a:lstStyle>
            <a:lvl1pPr marL="0" indent="0">
              <a:buNone/>
              <a:defRPr sz="340"/>
            </a:lvl1pPr>
            <a:lvl2pPr marL="97246" indent="0">
              <a:buNone/>
              <a:defRPr sz="298"/>
            </a:lvl2pPr>
            <a:lvl3pPr marL="194493" indent="0">
              <a:buNone/>
              <a:defRPr sz="255"/>
            </a:lvl3pPr>
            <a:lvl4pPr marL="291739" indent="0">
              <a:buNone/>
              <a:defRPr sz="213"/>
            </a:lvl4pPr>
            <a:lvl5pPr marL="388986" indent="0">
              <a:buNone/>
              <a:defRPr sz="213"/>
            </a:lvl5pPr>
            <a:lvl6pPr marL="486232" indent="0">
              <a:buNone/>
              <a:defRPr sz="213"/>
            </a:lvl6pPr>
            <a:lvl7pPr marL="583479" indent="0">
              <a:buNone/>
              <a:defRPr sz="213"/>
            </a:lvl7pPr>
            <a:lvl8pPr marL="680725" indent="0">
              <a:buNone/>
              <a:defRPr sz="213"/>
            </a:lvl8pPr>
            <a:lvl9pPr marL="777972" indent="0">
              <a:buNone/>
              <a:defRPr sz="21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0B6C5-0DF4-4502-9CB2-EC659F82EC89}" type="datetimeFigureOut">
              <a:rPr lang="es-MX" smtClean="0"/>
              <a:t>27/05/2026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7C96A-761D-4F12-9088-DF8178509F5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25742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0B6C5-0DF4-4502-9CB2-EC659F82EC89}" type="datetimeFigureOut">
              <a:rPr lang="es-MX" smtClean="0"/>
              <a:t>27/05/2026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7C96A-761D-4F12-9088-DF8178509F5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87178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91668" y="164813"/>
            <a:ext cx="419323" cy="2623399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3698" y="164813"/>
            <a:ext cx="1233661" cy="262339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0B6C5-0DF4-4502-9CB2-EC659F82EC89}" type="datetimeFigureOut">
              <a:rPr lang="es-MX" smtClean="0"/>
              <a:t>27/05/2026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7C96A-761D-4F12-9088-DF8178509F5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53422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3698" y="164814"/>
            <a:ext cx="1677293" cy="598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3698" y="824067"/>
            <a:ext cx="1677293" cy="19641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3697" y="2869187"/>
            <a:ext cx="437555" cy="1648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60B6C5-0DF4-4502-9CB2-EC659F82EC89}" type="datetimeFigureOut">
              <a:rPr lang="es-MX" smtClean="0"/>
              <a:t>27/05/2026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44178" y="2869187"/>
            <a:ext cx="656332" cy="1648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73436" y="2869187"/>
            <a:ext cx="437555" cy="1648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D7C96A-761D-4F12-9088-DF8178509F5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73685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94493" rtl="0" eaLnBrk="1" latinLnBrk="0" hangingPunct="1">
        <a:lnSpc>
          <a:spcPct val="90000"/>
        </a:lnSpc>
        <a:spcBef>
          <a:spcPct val="0"/>
        </a:spcBef>
        <a:buNone/>
        <a:defRPr sz="93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623" indent="-48623" algn="l" defTabSz="194493" rtl="0" eaLnBrk="1" latinLnBrk="0" hangingPunct="1">
        <a:lnSpc>
          <a:spcPct val="90000"/>
        </a:lnSpc>
        <a:spcBef>
          <a:spcPts val="213"/>
        </a:spcBef>
        <a:buFont typeface="Arial" panose="020B0604020202020204" pitchFamily="34" charset="0"/>
        <a:buChar char="•"/>
        <a:defRPr sz="596" kern="1200">
          <a:solidFill>
            <a:schemeClr val="tx1"/>
          </a:solidFill>
          <a:latin typeface="+mn-lt"/>
          <a:ea typeface="+mn-ea"/>
          <a:cs typeface="+mn-cs"/>
        </a:defRPr>
      </a:lvl1pPr>
      <a:lvl2pPr marL="145870" indent="-48623" algn="l" defTabSz="194493" rtl="0" eaLnBrk="1" latinLnBrk="0" hangingPunct="1">
        <a:lnSpc>
          <a:spcPct val="90000"/>
        </a:lnSpc>
        <a:spcBef>
          <a:spcPts val="106"/>
        </a:spcBef>
        <a:buFont typeface="Arial" panose="020B0604020202020204" pitchFamily="34" charset="0"/>
        <a:buChar char="•"/>
        <a:defRPr sz="510" kern="1200">
          <a:solidFill>
            <a:schemeClr val="tx1"/>
          </a:solidFill>
          <a:latin typeface="+mn-lt"/>
          <a:ea typeface="+mn-ea"/>
          <a:cs typeface="+mn-cs"/>
        </a:defRPr>
      </a:lvl2pPr>
      <a:lvl3pPr marL="243116" indent="-48623" algn="l" defTabSz="194493" rtl="0" eaLnBrk="1" latinLnBrk="0" hangingPunct="1">
        <a:lnSpc>
          <a:spcPct val="90000"/>
        </a:lnSpc>
        <a:spcBef>
          <a:spcPts val="106"/>
        </a:spcBef>
        <a:buFont typeface="Arial" panose="020B0604020202020204" pitchFamily="34" charset="0"/>
        <a:buChar char="•"/>
        <a:defRPr sz="425" kern="1200">
          <a:solidFill>
            <a:schemeClr val="tx1"/>
          </a:solidFill>
          <a:latin typeface="+mn-lt"/>
          <a:ea typeface="+mn-ea"/>
          <a:cs typeface="+mn-cs"/>
        </a:defRPr>
      </a:lvl3pPr>
      <a:lvl4pPr marL="340363" indent="-48623" algn="l" defTabSz="194493" rtl="0" eaLnBrk="1" latinLnBrk="0" hangingPunct="1">
        <a:lnSpc>
          <a:spcPct val="90000"/>
        </a:lnSpc>
        <a:spcBef>
          <a:spcPts val="106"/>
        </a:spcBef>
        <a:buFont typeface="Arial" panose="020B0604020202020204" pitchFamily="34" charset="0"/>
        <a:buChar char="•"/>
        <a:defRPr sz="383" kern="1200">
          <a:solidFill>
            <a:schemeClr val="tx1"/>
          </a:solidFill>
          <a:latin typeface="+mn-lt"/>
          <a:ea typeface="+mn-ea"/>
          <a:cs typeface="+mn-cs"/>
        </a:defRPr>
      </a:lvl4pPr>
      <a:lvl5pPr marL="437609" indent="-48623" algn="l" defTabSz="194493" rtl="0" eaLnBrk="1" latinLnBrk="0" hangingPunct="1">
        <a:lnSpc>
          <a:spcPct val="90000"/>
        </a:lnSpc>
        <a:spcBef>
          <a:spcPts val="106"/>
        </a:spcBef>
        <a:buFont typeface="Arial" panose="020B0604020202020204" pitchFamily="34" charset="0"/>
        <a:buChar char="•"/>
        <a:defRPr sz="383" kern="1200">
          <a:solidFill>
            <a:schemeClr val="tx1"/>
          </a:solidFill>
          <a:latin typeface="+mn-lt"/>
          <a:ea typeface="+mn-ea"/>
          <a:cs typeface="+mn-cs"/>
        </a:defRPr>
      </a:lvl5pPr>
      <a:lvl6pPr marL="534855" indent="-48623" algn="l" defTabSz="194493" rtl="0" eaLnBrk="1" latinLnBrk="0" hangingPunct="1">
        <a:lnSpc>
          <a:spcPct val="90000"/>
        </a:lnSpc>
        <a:spcBef>
          <a:spcPts val="106"/>
        </a:spcBef>
        <a:buFont typeface="Arial" panose="020B0604020202020204" pitchFamily="34" charset="0"/>
        <a:buChar char="•"/>
        <a:defRPr sz="383" kern="1200">
          <a:solidFill>
            <a:schemeClr val="tx1"/>
          </a:solidFill>
          <a:latin typeface="+mn-lt"/>
          <a:ea typeface="+mn-ea"/>
          <a:cs typeface="+mn-cs"/>
        </a:defRPr>
      </a:lvl6pPr>
      <a:lvl7pPr marL="632102" indent="-48623" algn="l" defTabSz="194493" rtl="0" eaLnBrk="1" latinLnBrk="0" hangingPunct="1">
        <a:lnSpc>
          <a:spcPct val="90000"/>
        </a:lnSpc>
        <a:spcBef>
          <a:spcPts val="106"/>
        </a:spcBef>
        <a:buFont typeface="Arial" panose="020B0604020202020204" pitchFamily="34" charset="0"/>
        <a:buChar char="•"/>
        <a:defRPr sz="383" kern="1200">
          <a:solidFill>
            <a:schemeClr val="tx1"/>
          </a:solidFill>
          <a:latin typeface="+mn-lt"/>
          <a:ea typeface="+mn-ea"/>
          <a:cs typeface="+mn-cs"/>
        </a:defRPr>
      </a:lvl7pPr>
      <a:lvl8pPr marL="729348" indent="-48623" algn="l" defTabSz="194493" rtl="0" eaLnBrk="1" latinLnBrk="0" hangingPunct="1">
        <a:lnSpc>
          <a:spcPct val="90000"/>
        </a:lnSpc>
        <a:spcBef>
          <a:spcPts val="106"/>
        </a:spcBef>
        <a:buFont typeface="Arial" panose="020B0604020202020204" pitchFamily="34" charset="0"/>
        <a:buChar char="•"/>
        <a:defRPr sz="383" kern="1200">
          <a:solidFill>
            <a:schemeClr val="tx1"/>
          </a:solidFill>
          <a:latin typeface="+mn-lt"/>
          <a:ea typeface="+mn-ea"/>
          <a:cs typeface="+mn-cs"/>
        </a:defRPr>
      </a:lvl8pPr>
      <a:lvl9pPr marL="826595" indent="-48623" algn="l" defTabSz="194493" rtl="0" eaLnBrk="1" latinLnBrk="0" hangingPunct="1">
        <a:lnSpc>
          <a:spcPct val="90000"/>
        </a:lnSpc>
        <a:spcBef>
          <a:spcPts val="106"/>
        </a:spcBef>
        <a:buFont typeface="Arial" panose="020B0604020202020204" pitchFamily="34" charset="0"/>
        <a:buChar char="•"/>
        <a:defRPr sz="38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4493" rtl="0" eaLnBrk="1" latinLnBrk="0" hangingPunct="1">
        <a:defRPr sz="383" kern="1200">
          <a:solidFill>
            <a:schemeClr val="tx1"/>
          </a:solidFill>
          <a:latin typeface="+mn-lt"/>
          <a:ea typeface="+mn-ea"/>
          <a:cs typeface="+mn-cs"/>
        </a:defRPr>
      </a:lvl1pPr>
      <a:lvl2pPr marL="97246" algn="l" defTabSz="194493" rtl="0" eaLnBrk="1" latinLnBrk="0" hangingPunct="1">
        <a:defRPr sz="383" kern="1200">
          <a:solidFill>
            <a:schemeClr val="tx1"/>
          </a:solidFill>
          <a:latin typeface="+mn-lt"/>
          <a:ea typeface="+mn-ea"/>
          <a:cs typeface="+mn-cs"/>
        </a:defRPr>
      </a:lvl2pPr>
      <a:lvl3pPr marL="194493" algn="l" defTabSz="194493" rtl="0" eaLnBrk="1" latinLnBrk="0" hangingPunct="1">
        <a:defRPr sz="383" kern="1200">
          <a:solidFill>
            <a:schemeClr val="tx1"/>
          </a:solidFill>
          <a:latin typeface="+mn-lt"/>
          <a:ea typeface="+mn-ea"/>
          <a:cs typeface="+mn-cs"/>
        </a:defRPr>
      </a:lvl3pPr>
      <a:lvl4pPr marL="291739" algn="l" defTabSz="194493" rtl="0" eaLnBrk="1" latinLnBrk="0" hangingPunct="1">
        <a:defRPr sz="383" kern="1200">
          <a:solidFill>
            <a:schemeClr val="tx1"/>
          </a:solidFill>
          <a:latin typeface="+mn-lt"/>
          <a:ea typeface="+mn-ea"/>
          <a:cs typeface="+mn-cs"/>
        </a:defRPr>
      </a:lvl4pPr>
      <a:lvl5pPr marL="388986" algn="l" defTabSz="194493" rtl="0" eaLnBrk="1" latinLnBrk="0" hangingPunct="1">
        <a:defRPr sz="383" kern="1200">
          <a:solidFill>
            <a:schemeClr val="tx1"/>
          </a:solidFill>
          <a:latin typeface="+mn-lt"/>
          <a:ea typeface="+mn-ea"/>
          <a:cs typeface="+mn-cs"/>
        </a:defRPr>
      </a:lvl5pPr>
      <a:lvl6pPr marL="486232" algn="l" defTabSz="194493" rtl="0" eaLnBrk="1" latinLnBrk="0" hangingPunct="1">
        <a:defRPr sz="383" kern="1200">
          <a:solidFill>
            <a:schemeClr val="tx1"/>
          </a:solidFill>
          <a:latin typeface="+mn-lt"/>
          <a:ea typeface="+mn-ea"/>
          <a:cs typeface="+mn-cs"/>
        </a:defRPr>
      </a:lvl6pPr>
      <a:lvl7pPr marL="583479" algn="l" defTabSz="194493" rtl="0" eaLnBrk="1" latinLnBrk="0" hangingPunct="1">
        <a:defRPr sz="383" kern="1200">
          <a:solidFill>
            <a:schemeClr val="tx1"/>
          </a:solidFill>
          <a:latin typeface="+mn-lt"/>
          <a:ea typeface="+mn-ea"/>
          <a:cs typeface="+mn-cs"/>
        </a:defRPr>
      </a:lvl7pPr>
      <a:lvl8pPr marL="680725" algn="l" defTabSz="194493" rtl="0" eaLnBrk="1" latinLnBrk="0" hangingPunct="1">
        <a:defRPr sz="383" kern="1200">
          <a:solidFill>
            <a:schemeClr val="tx1"/>
          </a:solidFill>
          <a:latin typeface="+mn-lt"/>
          <a:ea typeface="+mn-ea"/>
          <a:cs typeface="+mn-cs"/>
        </a:defRPr>
      </a:lvl8pPr>
      <a:lvl9pPr marL="777972" algn="l" defTabSz="194493" rtl="0" eaLnBrk="1" latinLnBrk="0" hangingPunct="1">
        <a:defRPr sz="38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ítulo 2">
            <a:extLst>
              <a:ext uri="{FF2B5EF4-FFF2-40B4-BE49-F238E27FC236}">
                <a16:creationId xmlns:a16="http://schemas.microsoft.com/office/drawing/2014/main" id="{3A309AF0-39A0-F97C-C893-695F9511B636}"/>
              </a:ext>
            </a:extLst>
          </p:cNvPr>
          <p:cNvSpPr txBox="1">
            <a:spLocks/>
          </p:cNvSpPr>
          <p:nvPr/>
        </p:nvSpPr>
        <p:spPr>
          <a:xfrm>
            <a:off x="-48520" y="2744796"/>
            <a:ext cx="2041727" cy="1808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194493" rtl="0" eaLnBrk="1" latinLnBrk="0" hangingPunct="1">
              <a:lnSpc>
                <a:spcPct val="90000"/>
              </a:lnSpc>
              <a:spcBef>
                <a:spcPts val="213"/>
              </a:spcBef>
              <a:buFont typeface="Arial" panose="020B0604020202020204" pitchFamily="34" charset="0"/>
              <a:buNone/>
              <a:defRPr sz="51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7246" indent="0" algn="ctr" defTabSz="194493" rtl="0" eaLnBrk="1" latinLnBrk="0" hangingPunct="1">
              <a:lnSpc>
                <a:spcPct val="90000"/>
              </a:lnSpc>
              <a:spcBef>
                <a:spcPts val="106"/>
              </a:spcBef>
              <a:buFont typeface="Arial" panose="020B0604020202020204" pitchFamily="34" charset="0"/>
              <a:buNone/>
              <a:defRPr sz="4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94493" indent="0" algn="ctr" defTabSz="194493" rtl="0" eaLnBrk="1" latinLnBrk="0" hangingPunct="1">
              <a:lnSpc>
                <a:spcPct val="90000"/>
              </a:lnSpc>
              <a:spcBef>
                <a:spcPts val="106"/>
              </a:spcBef>
              <a:buFont typeface="Arial" panose="020B0604020202020204" pitchFamily="34" charset="0"/>
              <a:buNone/>
              <a:defRPr sz="3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91739" indent="0" algn="ctr" defTabSz="194493" rtl="0" eaLnBrk="1" latinLnBrk="0" hangingPunct="1">
              <a:lnSpc>
                <a:spcPct val="90000"/>
              </a:lnSpc>
              <a:spcBef>
                <a:spcPts val="106"/>
              </a:spcBef>
              <a:buFont typeface="Arial" panose="020B0604020202020204" pitchFamily="34" charset="0"/>
              <a:buNone/>
              <a:defRPr sz="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88986" indent="0" algn="ctr" defTabSz="194493" rtl="0" eaLnBrk="1" latinLnBrk="0" hangingPunct="1">
              <a:lnSpc>
                <a:spcPct val="90000"/>
              </a:lnSpc>
              <a:spcBef>
                <a:spcPts val="106"/>
              </a:spcBef>
              <a:buFont typeface="Arial" panose="020B0604020202020204" pitchFamily="34" charset="0"/>
              <a:buNone/>
              <a:defRPr sz="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232" indent="0" algn="ctr" defTabSz="194493" rtl="0" eaLnBrk="1" latinLnBrk="0" hangingPunct="1">
              <a:lnSpc>
                <a:spcPct val="90000"/>
              </a:lnSpc>
              <a:spcBef>
                <a:spcPts val="106"/>
              </a:spcBef>
              <a:buFont typeface="Arial" panose="020B0604020202020204" pitchFamily="34" charset="0"/>
              <a:buNone/>
              <a:defRPr sz="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83479" indent="0" algn="ctr" defTabSz="194493" rtl="0" eaLnBrk="1" latinLnBrk="0" hangingPunct="1">
              <a:lnSpc>
                <a:spcPct val="90000"/>
              </a:lnSpc>
              <a:spcBef>
                <a:spcPts val="106"/>
              </a:spcBef>
              <a:buFont typeface="Arial" panose="020B0604020202020204" pitchFamily="34" charset="0"/>
              <a:buNone/>
              <a:defRPr sz="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0725" indent="0" algn="ctr" defTabSz="194493" rtl="0" eaLnBrk="1" latinLnBrk="0" hangingPunct="1">
              <a:lnSpc>
                <a:spcPct val="90000"/>
              </a:lnSpc>
              <a:spcBef>
                <a:spcPts val="106"/>
              </a:spcBef>
              <a:buFont typeface="Arial" panose="020B0604020202020204" pitchFamily="34" charset="0"/>
              <a:buNone/>
              <a:defRPr sz="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972" indent="0" algn="ctr" defTabSz="194493" rtl="0" eaLnBrk="1" latinLnBrk="0" hangingPunct="1">
              <a:lnSpc>
                <a:spcPct val="90000"/>
              </a:lnSpc>
              <a:spcBef>
                <a:spcPts val="106"/>
              </a:spcBef>
              <a:buFont typeface="Arial" panose="020B0604020202020204" pitchFamily="34" charset="0"/>
              <a:buNone/>
              <a:defRPr sz="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900" dirty="0">
                <a:solidFill>
                  <a:srgbClr val="002060"/>
                </a:solidFill>
                <a:latin typeface="TT Norms Medium" panose="02000803030000020003" pitchFamily="50" charset="0"/>
              </a:rPr>
              <a:t>{{NOMINA}}/{{DEPARTAMENTO}}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EE18506-0BC1-C92D-2540-0723E19AB6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3" t="1495" r="10774" b="1880"/>
          <a:stretch>
            <a:fillRect/>
          </a:stretch>
        </p:blipFill>
        <p:spPr>
          <a:xfrm>
            <a:off x="555625" y="1340644"/>
            <a:ext cx="831850" cy="1022549"/>
          </a:xfrm>
          <a:prstGeom prst="rect">
            <a:avLst/>
          </a:prstGeom>
          <a:ln>
            <a:noFill/>
          </a:ln>
        </p:spPr>
      </p:pic>
      <p:sp>
        <p:nvSpPr>
          <p:cNvPr id="8" name="Subtítulo 2">
            <a:extLst>
              <a:ext uri="{FF2B5EF4-FFF2-40B4-BE49-F238E27FC236}">
                <a16:creationId xmlns:a16="http://schemas.microsoft.com/office/drawing/2014/main" id="{D7A41562-8418-F547-84AA-AF787D73A140}"/>
              </a:ext>
            </a:extLst>
          </p:cNvPr>
          <p:cNvSpPr txBox="1">
            <a:spLocks/>
          </p:cNvSpPr>
          <p:nvPr/>
        </p:nvSpPr>
        <p:spPr>
          <a:xfrm>
            <a:off x="-49314" y="2463568"/>
            <a:ext cx="2041727" cy="1808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194493" rtl="0" eaLnBrk="1" latinLnBrk="0" hangingPunct="1">
              <a:lnSpc>
                <a:spcPct val="90000"/>
              </a:lnSpc>
              <a:spcBef>
                <a:spcPts val="213"/>
              </a:spcBef>
              <a:buFont typeface="Arial" panose="020B0604020202020204" pitchFamily="34" charset="0"/>
              <a:buNone/>
              <a:defRPr sz="51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7246" indent="0" algn="ctr" defTabSz="194493" rtl="0" eaLnBrk="1" latinLnBrk="0" hangingPunct="1">
              <a:lnSpc>
                <a:spcPct val="90000"/>
              </a:lnSpc>
              <a:spcBef>
                <a:spcPts val="106"/>
              </a:spcBef>
              <a:buFont typeface="Arial" panose="020B0604020202020204" pitchFamily="34" charset="0"/>
              <a:buNone/>
              <a:defRPr sz="4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94493" indent="0" algn="ctr" defTabSz="194493" rtl="0" eaLnBrk="1" latinLnBrk="0" hangingPunct="1">
              <a:lnSpc>
                <a:spcPct val="90000"/>
              </a:lnSpc>
              <a:spcBef>
                <a:spcPts val="106"/>
              </a:spcBef>
              <a:buFont typeface="Arial" panose="020B0604020202020204" pitchFamily="34" charset="0"/>
              <a:buNone/>
              <a:defRPr sz="3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91739" indent="0" algn="ctr" defTabSz="194493" rtl="0" eaLnBrk="1" latinLnBrk="0" hangingPunct="1">
              <a:lnSpc>
                <a:spcPct val="90000"/>
              </a:lnSpc>
              <a:spcBef>
                <a:spcPts val="106"/>
              </a:spcBef>
              <a:buFont typeface="Arial" panose="020B0604020202020204" pitchFamily="34" charset="0"/>
              <a:buNone/>
              <a:defRPr sz="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88986" indent="0" algn="ctr" defTabSz="194493" rtl="0" eaLnBrk="1" latinLnBrk="0" hangingPunct="1">
              <a:lnSpc>
                <a:spcPct val="90000"/>
              </a:lnSpc>
              <a:spcBef>
                <a:spcPts val="106"/>
              </a:spcBef>
              <a:buFont typeface="Arial" panose="020B0604020202020204" pitchFamily="34" charset="0"/>
              <a:buNone/>
              <a:defRPr sz="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232" indent="0" algn="ctr" defTabSz="194493" rtl="0" eaLnBrk="1" latinLnBrk="0" hangingPunct="1">
              <a:lnSpc>
                <a:spcPct val="90000"/>
              </a:lnSpc>
              <a:spcBef>
                <a:spcPts val="106"/>
              </a:spcBef>
              <a:buFont typeface="Arial" panose="020B0604020202020204" pitchFamily="34" charset="0"/>
              <a:buNone/>
              <a:defRPr sz="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83479" indent="0" algn="ctr" defTabSz="194493" rtl="0" eaLnBrk="1" latinLnBrk="0" hangingPunct="1">
              <a:lnSpc>
                <a:spcPct val="90000"/>
              </a:lnSpc>
              <a:spcBef>
                <a:spcPts val="106"/>
              </a:spcBef>
              <a:buFont typeface="Arial" panose="020B0604020202020204" pitchFamily="34" charset="0"/>
              <a:buNone/>
              <a:defRPr sz="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0725" indent="0" algn="ctr" defTabSz="194493" rtl="0" eaLnBrk="1" latinLnBrk="0" hangingPunct="1">
              <a:lnSpc>
                <a:spcPct val="90000"/>
              </a:lnSpc>
              <a:spcBef>
                <a:spcPts val="106"/>
              </a:spcBef>
              <a:buFont typeface="Arial" panose="020B0604020202020204" pitchFamily="34" charset="0"/>
              <a:buNone/>
              <a:defRPr sz="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972" indent="0" algn="ctr" defTabSz="194493" rtl="0" eaLnBrk="1" latinLnBrk="0" hangingPunct="1">
              <a:lnSpc>
                <a:spcPct val="90000"/>
              </a:lnSpc>
              <a:spcBef>
                <a:spcPts val="106"/>
              </a:spcBef>
              <a:buFont typeface="Arial" panose="020B0604020202020204" pitchFamily="34" charset="0"/>
              <a:buNone/>
              <a:defRPr sz="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900" dirty="0">
                <a:solidFill>
                  <a:srgbClr val="002060"/>
                </a:solidFill>
                <a:latin typeface="TT Norms Medium" panose="02000803030000020003" pitchFamily="50" charset="0"/>
              </a:rPr>
              <a:t>{{NOMBRE}}</a:t>
            </a:r>
            <a:endParaRPr lang="es-MX" sz="900" dirty="0">
              <a:solidFill>
                <a:srgbClr val="002060"/>
              </a:solidFill>
              <a:latin typeface="TT Norms Medium" panose="02000803030000020003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2624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ítulo 2">
            <a:extLst>
              <a:ext uri="{FF2B5EF4-FFF2-40B4-BE49-F238E27FC236}">
                <a16:creationId xmlns:a16="http://schemas.microsoft.com/office/drawing/2014/main" id="{4C1F65DA-04E3-B719-15B4-513A67F77016}"/>
              </a:ext>
            </a:extLst>
          </p:cNvPr>
          <p:cNvSpPr txBox="1">
            <a:spLocks/>
          </p:cNvSpPr>
          <p:nvPr/>
        </p:nvSpPr>
        <p:spPr>
          <a:xfrm>
            <a:off x="-48523" y="903131"/>
            <a:ext cx="2041727" cy="1808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194493" rtl="0" eaLnBrk="1" latinLnBrk="0" hangingPunct="1">
              <a:lnSpc>
                <a:spcPct val="90000"/>
              </a:lnSpc>
              <a:spcBef>
                <a:spcPts val="213"/>
              </a:spcBef>
              <a:buFont typeface="Arial" panose="020B0604020202020204" pitchFamily="34" charset="0"/>
              <a:buNone/>
              <a:defRPr sz="51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7246" indent="0" algn="ctr" defTabSz="194493" rtl="0" eaLnBrk="1" latinLnBrk="0" hangingPunct="1">
              <a:lnSpc>
                <a:spcPct val="90000"/>
              </a:lnSpc>
              <a:spcBef>
                <a:spcPts val="106"/>
              </a:spcBef>
              <a:buFont typeface="Arial" panose="020B0604020202020204" pitchFamily="34" charset="0"/>
              <a:buNone/>
              <a:defRPr sz="4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94493" indent="0" algn="ctr" defTabSz="194493" rtl="0" eaLnBrk="1" latinLnBrk="0" hangingPunct="1">
              <a:lnSpc>
                <a:spcPct val="90000"/>
              </a:lnSpc>
              <a:spcBef>
                <a:spcPts val="106"/>
              </a:spcBef>
              <a:buFont typeface="Arial" panose="020B0604020202020204" pitchFamily="34" charset="0"/>
              <a:buNone/>
              <a:defRPr sz="3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91739" indent="0" algn="ctr" defTabSz="194493" rtl="0" eaLnBrk="1" latinLnBrk="0" hangingPunct="1">
              <a:lnSpc>
                <a:spcPct val="90000"/>
              </a:lnSpc>
              <a:spcBef>
                <a:spcPts val="106"/>
              </a:spcBef>
              <a:buFont typeface="Arial" panose="020B0604020202020204" pitchFamily="34" charset="0"/>
              <a:buNone/>
              <a:defRPr sz="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88986" indent="0" algn="ctr" defTabSz="194493" rtl="0" eaLnBrk="1" latinLnBrk="0" hangingPunct="1">
              <a:lnSpc>
                <a:spcPct val="90000"/>
              </a:lnSpc>
              <a:spcBef>
                <a:spcPts val="106"/>
              </a:spcBef>
              <a:buFont typeface="Arial" panose="020B0604020202020204" pitchFamily="34" charset="0"/>
              <a:buNone/>
              <a:defRPr sz="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232" indent="0" algn="ctr" defTabSz="194493" rtl="0" eaLnBrk="1" latinLnBrk="0" hangingPunct="1">
              <a:lnSpc>
                <a:spcPct val="90000"/>
              </a:lnSpc>
              <a:spcBef>
                <a:spcPts val="106"/>
              </a:spcBef>
              <a:buFont typeface="Arial" panose="020B0604020202020204" pitchFamily="34" charset="0"/>
              <a:buNone/>
              <a:defRPr sz="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83479" indent="0" algn="ctr" defTabSz="194493" rtl="0" eaLnBrk="1" latinLnBrk="0" hangingPunct="1">
              <a:lnSpc>
                <a:spcPct val="90000"/>
              </a:lnSpc>
              <a:spcBef>
                <a:spcPts val="106"/>
              </a:spcBef>
              <a:buFont typeface="Arial" panose="020B0604020202020204" pitchFamily="34" charset="0"/>
              <a:buNone/>
              <a:defRPr sz="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0725" indent="0" algn="ctr" defTabSz="194493" rtl="0" eaLnBrk="1" latinLnBrk="0" hangingPunct="1">
              <a:lnSpc>
                <a:spcPct val="90000"/>
              </a:lnSpc>
              <a:spcBef>
                <a:spcPts val="106"/>
              </a:spcBef>
              <a:buFont typeface="Arial" panose="020B0604020202020204" pitchFamily="34" charset="0"/>
              <a:buNone/>
              <a:defRPr sz="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972" indent="0" algn="ctr" defTabSz="194493" rtl="0" eaLnBrk="1" latinLnBrk="0" hangingPunct="1">
              <a:lnSpc>
                <a:spcPct val="90000"/>
              </a:lnSpc>
              <a:spcBef>
                <a:spcPts val="106"/>
              </a:spcBef>
              <a:buFont typeface="Arial" panose="020B0604020202020204" pitchFamily="34" charset="0"/>
              <a:buNone/>
              <a:defRPr sz="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900" dirty="0">
                <a:solidFill>
                  <a:srgbClr val="002060"/>
                </a:solidFill>
                <a:latin typeface="TT Norms Medium" panose="02000803030000020003" pitchFamily="50" charset="0"/>
              </a:rPr>
              <a:t>{{RFC}}</a:t>
            </a:r>
            <a:endParaRPr lang="es-MX" sz="900" dirty="0">
              <a:solidFill>
                <a:srgbClr val="002060"/>
              </a:solidFill>
              <a:latin typeface="TT Norms Medium" panose="02000803030000020003" pitchFamily="50" charset="0"/>
            </a:endParaRP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5B3A90DF-6EBD-1AB2-7918-77DDBEDEF9AF}"/>
              </a:ext>
            </a:extLst>
          </p:cNvPr>
          <p:cNvSpPr txBox="1">
            <a:spLocks/>
          </p:cNvSpPr>
          <p:nvPr/>
        </p:nvSpPr>
        <p:spPr>
          <a:xfrm>
            <a:off x="-48522" y="1412173"/>
            <a:ext cx="2041727" cy="1808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194493" rtl="0" eaLnBrk="1" latinLnBrk="0" hangingPunct="1">
              <a:lnSpc>
                <a:spcPct val="90000"/>
              </a:lnSpc>
              <a:spcBef>
                <a:spcPts val="213"/>
              </a:spcBef>
              <a:buFont typeface="Arial" panose="020B0604020202020204" pitchFamily="34" charset="0"/>
              <a:buNone/>
              <a:defRPr sz="51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7246" indent="0" algn="ctr" defTabSz="194493" rtl="0" eaLnBrk="1" latinLnBrk="0" hangingPunct="1">
              <a:lnSpc>
                <a:spcPct val="90000"/>
              </a:lnSpc>
              <a:spcBef>
                <a:spcPts val="106"/>
              </a:spcBef>
              <a:buFont typeface="Arial" panose="020B0604020202020204" pitchFamily="34" charset="0"/>
              <a:buNone/>
              <a:defRPr sz="4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94493" indent="0" algn="ctr" defTabSz="194493" rtl="0" eaLnBrk="1" latinLnBrk="0" hangingPunct="1">
              <a:lnSpc>
                <a:spcPct val="90000"/>
              </a:lnSpc>
              <a:spcBef>
                <a:spcPts val="106"/>
              </a:spcBef>
              <a:buFont typeface="Arial" panose="020B0604020202020204" pitchFamily="34" charset="0"/>
              <a:buNone/>
              <a:defRPr sz="3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91739" indent="0" algn="ctr" defTabSz="194493" rtl="0" eaLnBrk="1" latinLnBrk="0" hangingPunct="1">
              <a:lnSpc>
                <a:spcPct val="90000"/>
              </a:lnSpc>
              <a:spcBef>
                <a:spcPts val="106"/>
              </a:spcBef>
              <a:buFont typeface="Arial" panose="020B0604020202020204" pitchFamily="34" charset="0"/>
              <a:buNone/>
              <a:defRPr sz="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88986" indent="0" algn="ctr" defTabSz="194493" rtl="0" eaLnBrk="1" latinLnBrk="0" hangingPunct="1">
              <a:lnSpc>
                <a:spcPct val="90000"/>
              </a:lnSpc>
              <a:spcBef>
                <a:spcPts val="106"/>
              </a:spcBef>
              <a:buFont typeface="Arial" panose="020B0604020202020204" pitchFamily="34" charset="0"/>
              <a:buNone/>
              <a:defRPr sz="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232" indent="0" algn="ctr" defTabSz="194493" rtl="0" eaLnBrk="1" latinLnBrk="0" hangingPunct="1">
              <a:lnSpc>
                <a:spcPct val="90000"/>
              </a:lnSpc>
              <a:spcBef>
                <a:spcPts val="106"/>
              </a:spcBef>
              <a:buFont typeface="Arial" panose="020B0604020202020204" pitchFamily="34" charset="0"/>
              <a:buNone/>
              <a:defRPr sz="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83479" indent="0" algn="ctr" defTabSz="194493" rtl="0" eaLnBrk="1" latinLnBrk="0" hangingPunct="1">
              <a:lnSpc>
                <a:spcPct val="90000"/>
              </a:lnSpc>
              <a:spcBef>
                <a:spcPts val="106"/>
              </a:spcBef>
              <a:buFont typeface="Arial" panose="020B0604020202020204" pitchFamily="34" charset="0"/>
              <a:buNone/>
              <a:defRPr sz="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0725" indent="0" algn="ctr" defTabSz="194493" rtl="0" eaLnBrk="1" latinLnBrk="0" hangingPunct="1">
              <a:lnSpc>
                <a:spcPct val="90000"/>
              </a:lnSpc>
              <a:spcBef>
                <a:spcPts val="106"/>
              </a:spcBef>
              <a:buFont typeface="Arial" panose="020B0604020202020204" pitchFamily="34" charset="0"/>
              <a:buNone/>
              <a:defRPr sz="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972" indent="0" algn="ctr" defTabSz="194493" rtl="0" eaLnBrk="1" latinLnBrk="0" hangingPunct="1">
              <a:lnSpc>
                <a:spcPct val="90000"/>
              </a:lnSpc>
              <a:spcBef>
                <a:spcPts val="106"/>
              </a:spcBef>
              <a:buFont typeface="Arial" panose="020B0604020202020204" pitchFamily="34" charset="0"/>
              <a:buNone/>
              <a:defRPr sz="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900" dirty="0">
                <a:solidFill>
                  <a:srgbClr val="002060"/>
                </a:solidFill>
                <a:latin typeface="TT Norms Medium" panose="02000803030000020003" pitchFamily="50" charset="0"/>
              </a:rPr>
              <a:t>{{FECHA}}</a:t>
            </a:r>
            <a:endParaRPr lang="es-MX" sz="900" dirty="0">
              <a:solidFill>
                <a:srgbClr val="002060"/>
              </a:solidFill>
              <a:latin typeface="TT Norms Medium" panose="02000803030000020003" pitchFamily="50" charset="0"/>
            </a:endParaRP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989C881E-8F9A-F67B-FB2B-518AFE62A9E2}"/>
              </a:ext>
            </a:extLst>
          </p:cNvPr>
          <p:cNvSpPr txBox="1">
            <a:spLocks/>
          </p:cNvSpPr>
          <p:nvPr/>
        </p:nvSpPr>
        <p:spPr>
          <a:xfrm>
            <a:off x="-48522" y="1921215"/>
            <a:ext cx="2041727" cy="1808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194493" rtl="0" eaLnBrk="1" latinLnBrk="0" hangingPunct="1">
              <a:lnSpc>
                <a:spcPct val="90000"/>
              </a:lnSpc>
              <a:spcBef>
                <a:spcPts val="213"/>
              </a:spcBef>
              <a:buFont typeface="Arial" panose="020B0604020202020204" pitchFamily="34" charset="0"/>
              <a:buNone/>
              <a:defRPr sz="51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7246" indent="0" algn="ctr" defTabSz="194493" rtl="0" eaLnBrk="1" latinLnBrk="0" hangingPunct="1">
              <a:lnSpc>
                <a:spcPct val="90000"/>
              </a:lnSpc>
              <a:spcBef>
                <a:spcPts val="106"/>
              </a:spcBef>
              <a:buFont typeface="Arial" panose="020B0604020202020204" pitchFamily="34" charset="0"/>
              <a:buNone/>
              <a:defRPr sz="4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94493" indent="0" algn="ctr" defTabSz="194493" rtl="0" eaLnBrk="1" latinLnBrk="0" hangingPunct="1">
              <a:lnSpc>
                <a:spcPct val="90000"/>
              </a:lnSpc>
              <a:spcBef>
                <a:spcPts val="106"/>
              </a:spcBef>
              <a:buFont typeface="Arial" panose="020B0604020202020204" pitchFamily="34" charset="0"/>
              <a:buNone/>
              <a:defRPr sz="3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91739" indent="0" algn="ctr" defTabSz="194493" rtl="0" eaLnBrk="1" latinLnBrk="0" hangingPunct="1">
              <a:lnSpc>
                <a:spcPct val="90000"/>
              </a:lnSpc>
              <a:spcBef>
                <a:spcPts val="106"/>
              </a:spcBef>
              <a:buFont typeface="Arial" panose="020B0604020202020204" pitchFamily="34" charset="0"/>
              <a:buNone/>
              <a:defRPr sz="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88986" indent="0" algn="ctr" defTabSz="194493" rtl="0" eaLnBrk="1" latinLnBrk="0" hangingPunct="1">
              <a:lnSpc>
                <a:spcPct val="90000"/>
              </a:lnSpc>
              <a:spcBef>
                <a:spcPts val="106"/>
              </a:spcBef>
              <a:buFont typeface="Arial" panose="020B0604020202020204" pitchFamily="34" charset="0"/>
              <a:buNone/>
              <a:defRPr sz="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6232" indent="0" algn="ctr" defTabSz="194493" rtl="0" eaLnBrk="1" latinLnBrk="0" hangingPunct="1">
              <a:lnSpc>
                <a:spcPct val="90000"/>
              </a:lnSpc>
              <a:spcBef>
                <a:spcPts val="106"/>
              </a:spcBef>
              <a:buFont typeface="Arial" panose="020B0604020202020204" pitchFamily="34" charset="0"/>
              <a:buNone/>
              <a:defRPr sz="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83479" indent="0" algn="ctr" defTabSz="194493" rtl="0" eaLnBrk="1" latinLnBrk="0" hangingPunct="1">
              <a:lnSpc>
                <a:spcPct val="90000"/>
              </a:lnSpc>
              <a:spcBef>
                <a:spcPts val="106"/>
              </a:spcBef>
              <a:buFont typeface="Arial" panose="020B0604020202020204" pitchFamily="34" charset="0"/>
              <a:buNone/>
              <a:defRPr sz="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0725" indent="0" algn="ctr" defTabSz="194493" rtl="0" eaLnBrk="1" latinLnBrk="0" hangingPunct="1">
              <a:lnSpc>
                <a:spcPct val="90000"/>
              </a:lnSpc>
              <a:spcBef>
                <a:spcPts val="106"/>
              </a:spcBef>
              <a:buFont typeface="Arial" panose="020B0604020202020204" pitchFamily="34" charset="0"/>
              <a:buNone/>
              <a:defRPr sz="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972" indent="0" algn="ctr" defTabSz="194493" rtl="0" eaLnBrk="1" latinLnBrk="0" hangingPunct="1">
              <a:lnSpc>
                <a:spcPct val="90000"/>
              </a:lnSpc>
              <a:spcBef>
                <a:spcPts val="106"/>
              </a:spcBef>
              <a:buFont typeface="Arial" panose="020B0604020202020204" pitchFamily="34" charset="0"/>
              <a:buNone/>
              <a:defRPr sz="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900">
                <a:solidFill>
                  <a:srgbClr val="002060"/>
                </a:solidFill>
                <a:latin typeface="TT Norms Medium" panose="02000803030000020003" pitchFamily="50" charset="0"/>
              </a:rPr>
              <a:t>{{NSS}}</a:t>
            </a:r>
            <a:endParaRPr lang="es-MX" sz="900" dirty="0">
              <a:solidFill>
                <a:srgbClr val="002060"/>
              </a:solidFill>
              <a:latin typeface="TT Norms Medium" panose="02000803030000020003" pitchFamily="50" charset="0"/>
            </a:endParaRPr>
          </a:p>
        </p:txBody>
      </p:sp>
      <p:pic>
        <p:nvPicPr>
          <p:cNvPr id="1026" name="Picture 2" descr="Icono de Código de barras Dave Gandy Fill | Freepik">
            <a:extLst>
              <a:ext uri="{FF2B5EF4-FFF2-40B4-BE49-F238E27FC236}">
                <a16:creationId xmlns:a16="http://schemas.microsoft.com/office/drawing/2014/main" id="{5F087D5F-F55C-B5C2-08CC-B4550DAB4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29863"/>
            <a:ext cx="1944688" cy="417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738129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3059</TotalTime>
  <Words>17</Words>
  <Application>Microsoft Office PowerPoint</Application>
  <PresentationFormat>Personalizado</PresentationFormat>
  <Paragraphs>5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TT Norms Medium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Leidy Franco</dc:creator>
  <cp:lastModifiedBy>USER</cp:lastModifiedBy>
  <cp:revision>11</cp:revision>
  <cp:lastPrinted>2024-05-21T17:02:33Z</cp:lastPrinted>
  <dcterms:created xsi:type="dcterms:W3CDTF">2023-09-21T17:38:59Z</dcterms:created>
  <dcterms:modified xsi:type="dcterms:W3CDTF">2026-05-27T15:57:17Z</dcterms:modified>
</cp:coreProperties>
</file>